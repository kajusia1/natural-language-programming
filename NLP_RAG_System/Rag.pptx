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1" r:id="rId4"/>
    <p:sldId id="260" r:id="rId5"/>
    <p:sldId id="262" r:id="rId6"/>
    <p:sldId id="259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74CBB0-2A24-4A42-AACF-58EA4035BB4F}" v="254" dt="2025-06-05T07:56:47.6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ja Wróblewska" userId="dd51ddb0d8647e15" providerId="LiveId" clId="{5074CBB0-2A24-4A42-AACF-58EA4035BB4F}"/>
    <pc:docChg chg="undo custSel addSld delSld modSld sldOrd">
      <pc:chgData name="Kaja Wróblewska" userId="dd51ddb0d8647e15" providerId="LiveId" clId="{5074CBB0-2A24-4A42-AACF-58EA4035BB4F}" dt="2025-06-05T07:57:29.485" v="1147" actId="20577"/>
      <pc:docMkLst>
        <pc:docMk/>
      </pc:docMkLst>
      <pc:sldChg chg="addSp modSp mod">
        <pc:chgData name="Kaja Wróblewska" userId="dd51ddb0d8647e15" providerId="LiveId" clId="{5074CBB0-2A24-4A42-AACF-58EA4035BB4F}" dt="2025-06-05T07:54:12.575" v="1071" actId="20577"/>
        <pc:sldMkLst>
          <pc:docMk/>
          <pc:sldMk cId="2810427267" sldId="256"/>
        </pc:sldMkLst>
        <pc:spChg chg="mod">
          <ac:chgData name="Kaja Wróblewska" userId="dd51ddb0d8647e15" providerId="LiveId" clId="{5074CBB0-2A24-4A42-AACF-58EA4035BB4F}" dt="2025-06-05T07:54:12.575" v="1071" actId="20577"/>
          <ac:spMkLst>
            <pc:docMk/>
            <pc:sldMk cId="2810427267" sldId="256"/>
            <ac:spMk id="3" creationId="{6C46E16D-B2B7-0492-B97E-219964370F7F}"/>
          </ac:spMkLst>
        </pc:spChg>
        <pc:spChg chg="add mod">
          <ac:chgData name="Kaja Wróblewska" userId="dd51ddb0d8647e15" providerId="LiveId" clId="{5074CBB0-2A24-4A42-AACF-58EA4035BB4F}" dt="2025-06-05T07:53:23.436" v="1034"/>
          <ac:spMkLst>
            <pc:docMk/>
            <pc:sldMk cId="2810427267" sldId="256"/>
            <ac:spMk id="4" creationId="{F5F56241-F619-F440-7DA1-59F96EBE8D20}"/>
          </ac:spMkLst>
        </pc:spChg>
      </pc:sldChg>
      <pc:sldChg chg="modSp mod">
        <pc:chgData name="Kaja Wróblewska" userId="dd51ddb0d8647e15" providerId="LiveId" clId="{5074CBB0-2A24-4A42-AACF-58EA4035BB4F}" dt="2025-06-04T20:15:31.610" v="957" actId="20577"/>
        <pc:sldMkLst>
          <pc:docMk/>
          <pc:sldMk cId="2123293694" sldId="257"/>
        </pc:sldMkLst>
        <pc:spChg chg="mod">
          <ac:chgData name="Kaja Wróblewska" userId="dd51ddb0d8647e15" providerId="LiveId" clId="{5074CBB0-2A24-4A42-AACF-58EA4035BB4F}" dt="2025-06-04T20:15:31.610" v="957" actId="20577"/>
          <ac:spMkLst>
            <pc:docMk/>
            <pc:sldMk cId="2123293694" sldId="257"/>
            <ac:spMk id="6" creationId="{F6E854EE-B983-5801-80F6-48443FD875C6}"/>
          </ac:spMkLst>
        </pc:spChg>
      </pc:sldChg>
      <pc:sldChg chg="add del">
        <pc:chgData name="Kaja Wróblewska" userId="dd51ddb0d8647e15" providerId="LiveId" clId="{5074CBB0-2A24-4A42-AACF-58EA4035BB4F}" dt="2025-06-04T12:29:40.262" v="623" actId="2696"/>
        <pc:sldMkLst>
          <pc:docMk/>
          <pc:sldMk cId="14895653" sldId="258"/>
        </pc:sldMkLst>
      </pc:sldChg>
      <pc:sldChg chg="modSp mod">
        <pc:chgData name="Kaja Wróblewska" userId="dd51ddb0d8647e15" providerId="LiveId" clId="{5074CBB0-2A24-4A42-AACF-58EA4035BB4F}" dt="2025-06-05T07:57:29.485" v="1147" actId="20577"/>
        <pc:sldMkLst>
          <pc:docMk/>
          <pc:sldMk cId="1231705937" sldId="259"/>
        </pc:sldMkLst>
        <pc:spChg chg="mod">
          <ac:chgData name="Kaja Wróblewska" userId="dd51ddb0d8647e15" providerId="LiveId" clId="{5074CBB0-2A24-4A42-AACF-58EA4035BB4F}" dt="2025-06-05T07:57:29.485" v="1147" actId="20577"/>
          <ac:spMkLst>
            <pc:docMk/>
            <pc:sldMk cId="1231705937" sldId="259"/>
            <ac:spMk id="3" creationId="{9396A93C-8286-3DC3-E05C-42D1FF3D7827}"/>
          </ac:spMkLst>
        </pc:spChg>
      </pc:sldChg>
      <pc:sldChg chg="addSp delSp modSp new mod setBg">
        <pc:chgData name="Kaja Wróblewska" userId="dd51ddb0d8647e15" providerId="LiveId" clId="{5074CBB0-2A24-4A42-AACF-58EA4035BB4F}" dt="2025-06-04T20:20:08.692" v="983" actId="20577"/>
        <pc:sldMkLst>
          <pc:docMk/>
          <pc:sldMk cId="2468257537" sldId="260"/>
        </pc:sldMkLst>
        <pc:spChg chg="mod">
          <ac:chgData name="Kaja Wróblewska" userId="dd51ddb0d8647e15" providerId="LiveId" clId="{5074CBB0-2A24-4A42-AACF-58EA4035BB4F}" dt="2025-06-04T12:23:04.064" v="424" actId="26606"/>
          <ac:spMkLst>
            <pc:docMk/>
            <pc:sldMk cId="2468257537" sldId="260"/>
            <ac:spMk id="2" creationId="{444B9C2C-2CFE-0F9F-F60D-D04B3D5183A5}"/>
          </ac:spMkLst>
        </pc:spChg>
        <pc:spChg chg="del mod">
          <ac:chgData name="Kaja Wróblewska" userId="dd51ddb0d8647e15" providerId="LiveId" clId="{5074CBB0-2A24-4A42-AACF-58EA4035BB4F}" dt="2025-06-04T12:23:04.064" v="424" actId="26606"/>
          <ac:spMkLst>
            <pc:docMk/>
            <pc:sldMk cId="2468257537" sldId="260"/>
            <ac:spMk id="3" creationId="{45F81B8A-0D52-EE5B-F32C-77A4C40D4109}"/>
          </ac:spMkLst>
        </pc:spChg>
        <pc:spChg chg="add mod">
          <ac:chgData name="Kaja Wróblewska" userId="dd51ddb0d8647e15" providerId="LiveId" clId="{5074CBB0-2A24-4A42-AACF-58EA4035BB4F}" dt="2025-06-04T12:30:16.715" v="632" actId="11529"/>
          <ac:spMkLst>
            <pc:docMk/>
            <pc:sldMk cId="2468257537" sldId="260"/>
            <ac:spMk id="4" creationId="{1602EEB6-32F4-EC68-743A-67570F96266D}"/>
          </ac:spMkLst>
        </pc:spChg>
        <pc:spChg chg="add">
          <ac:chgData name="Kaja Wróblewska" userId="dd51ddb0d8647e15" providerId="LiveId" clId="{5074CBB0-2A24-4A42-AACF-58EA4035BB4F}" dt="2025-06-04T12:23:04.064" v="424" actId="26606"/>
          <ac:spMkLst>
            <pc:docMk/>
            <pc:sldMk cId="2468257537" sldId="260"/>
            <ac:spMk id="9" creationId="{1B0A7D14-7B67-4022-A8BE-1CCD4A0F1B06}"/>
          </ac:spMkLst>
        </pc:spChg>
        <pc:spChg chg="add">
          <ac:chgData name="Kaja Wróblewska" userId="dd51ddb0d8647e15" providerId="LiveId" clId="{5074CBB0-2A24-4A42-AACF-58EA4035BB4F}" dt="2025-06-04T12:23:04.064" v="424" actId="26606"/>
          <ac:spMkLst>
            <pc:docMk/>
            <pc:sldMk cId="2468257537" sldId="260"/>
            <ac:spMk id="11" creationId="{AB09A9E8-BF27-4613-A775-071F082083A9}"/>
          </ac:spMkLst>
        </pc:spChg>
        <pc:spChg chg="add">
          <ac:chgData name="Kaja Wróblewska" userId="dd51ddb0d8647e15" providerId="LiveId" clId="{5074CBB0-2A24-4A42-AACF-58EA4035BB4F}" dt="2025-06-04T12:23:04.064" v="424" actId="26606"/>
          <ac:spMkLst>
            <pc:docMk/>
            <pc:sldMk cId="2468257537" sldId="260"/>
            <ac:spMk id="13" creationId="{C3AFE299-6F79-44AF-9A77-2DC2DC1F8461}"/>
          </ac:spMkLst>
        </pc:spChg>
        <pc:graphicFrameChg chg="add del mod">
          <ac:chgData name="Kaja Wróblewska" userId="dd51ddb0d8647e15" providerId="LiveId" clId="{5074CBB0-2A24-4A42-AACF-58EA4035BB4F}" dt="2025-06-04T20:20:08.692" v="983" actId="20577"/>
          <ac:graphicFrameMkLst>
            <pc:docMk/>
            <pc:sldMk cId="2468257537" sldId="260"/>
            <ac:graphicFrameMk id="5" creationId="{25BC1DA1-BD58-4F77-6E4F-79A9AF41BB9E}"/>
          </ac:graphicFrameMkLst>
        </pc:graphicFrameChg>
      </pc:sldChg>
      <pc:sldChg chg="addSp delSp modSp new mod ord setBg">
        <pc:chgData name="Kaja Wróblewska" userId="dd51ddb0d8647e15" providerId="LiveId" clId="{5074CBB0-2A24-4A42-AACF-58EA4035BB4F}" dt="2025-06-05T07:56:47.616" v="1114" actId="20577"/>
        <pc:sldMkLst>
          <pc:docMk/>
          <pc:sldMk cId="2278568176" sldId="261"/>
        </pc:sldMkLst>
        <pc:spChg chg="mod">
          <ac:chgData name="Kaja Wróblewska" userId="dd51ddb0d8647e15" providerId="LiveId" clId="{5074CBB0-2A24-4A42-AACF-58EA4035BB4F}" dt="2025-06-04T12:26:37.935" v="595" actId="26606"/>
          <ac:spMkLst>
            <pc:docMk/>
            <pc:sldMk cId="2278568176" sldId="261"/>
            <ac:spMk id="2" creationId="{B8922E8A-B1F9-0D64-5293-DC8B5617B254}"/>
          </ac:spMkLst>
        </pc:spChg>
        <pc:spChg chg="del mod">
          <ac:chgData name="Kaja Wróblewska" userId="dd51ddb0d8647e15" providerId="LiveId" clId="{5074CBB0-2A24-4A42-AACF-58EA4035BB4F}" dt="2025-06-04T12:26:37.935" v="595" actId="26606"/>
          <ac:spMkLst>
            <pc:docMk/>
            <pc:sldMk cId="2278568176" sldId="261"/>
            <ac:spMk id="3" creationId="{384A5A46-92F2-5413-DD8C-9C6D0417DD98}"/>
          </ac:spMkLst>
        </pc:spChg>
        <pc:spChg chg="add">
          <ac:chgData name="Kaja Wróblewska" userId="dd51ddb0d8647e15" providerId="LiveId" clId="{5074CBB0-2A24-4A42-AACF-58EA4035BB4F}" dt="2025-06-04T12:26:37.935" v="595" actId="26606"/>
          <ac:spMkLst>
            <pc:docMk/>
            <pc:sldMk cId="2278568176" sldId="261"/>
            <ac:spMk id="9" creationId="{1B0A7D14-7B67-4022-A8BE-1CCD4A0F1B06}"/>
          </ac:spMkLst>
        </pc:spChg>
        <pc:spChg chg="add">
          <ac:chgData name="Kaja Wróblewska" userId="dd51ddb0d8647e15" providerId="LiveId" clId="{5074CBB0-2A24-4A42-AACF-58EA4035BB4F}" dt="2025-06-04T12:26:37.935" v="595" actId="26606"/>
          <ac:spMkLst>
            <pc:docMk/>
            <pc:sldMk cId="2278568176" sldId="261"/>
            <ac:spMk id="11" creationId="{AB09A9E8-BF27-4613-A775-071F082083A9}"/>
          </ac:spMkLst>
        </pc:spChg>
        <pc:spChg chg="add">
          <ac:chgData name="Kaja Wróblewska" userId="dd51ddb0d8647e15" providerId="LiveId" clId="{5074CBB0-2A24-4A42-AACF-58EA4035BB4F}" dt="2025-06-04T12:26:37.935" v="595" actId="26606"/>
          <ac:spMkLst>
            <pc:docMk/>
            <pc:sldMk cId="2278568176" sldId="261"/>
            <ac:spMk id="13" creationId="{C3AFE299-6F79-44AF-9A77-2DC2DC1F8461}"/>
          </ac:spMkLst>
        </pc:spChg>
        <pc:graphicFrameChg chg="add mod">
          <ac:chgData name="Kaja Wróblewska" userId="dd51ddb0d8647e15" providerId="LiveId" clId="{5074CBB0-2A24-4A42-AACF-58EA4035BB4F}" dt="2025-06-05T07:56:47.616" v="1114" actId="20577"/>
          <ac:graphicFrameMkLst>
            <pc:docMk/>
            <pc:sldMk cId="2278568176" sldId="261"/>
            <ac:graphicFrameMk id="5" creationId="{D4089BA7-1EE8-D6AD-A64C-D2E9D29114A6}"/>
          </ac:graphicFrameMkLst>
        </pc:graphicFrameChg>
      </pc:sldChg>
      <pc:sldChg chg="addSp modSp new mod setBg">
        <pc:chgData name="Kaja Wróblewska" userId="dd51ddb0d8647e15" providerId="LiveId" clId="{5074CBB0-2A24-4A42-AACF-58EA4035BB4F}" dt="2025-06-04T20:07:26.650" v="860" actId="20577"/>
        <pc:sldMkLst>
          <pc:docMk/>
          <pc:sldMk cId="4262760385" sldId="262"/>
        </pc:sldMkLst>
        <pc:spChg chg="mod">
          <ac:chgData name="Kaja Wróblewska" userId="dd51ddb0d8647e15" providerId="LiveId" clId="{5074CBB0-2A24-4A42-AACF-58EA4035BB4F}" dt="2025-06-04T20:05:25.364" v="784" actId="1076"/>
          <ac:spMkLst>
            <pc:docMk/>
            <pc:sldMk cId="4262760385" sldId="262"/>
            <ac:spMk id="2" creationId="{9F47CB26-B729-56B8-1738-97F76B6A4C81}"/>
          </ac:spMkLst>
        </pc:spChg>
        <pc:spChg chg="mod">
          <ac:chgData name="Kaja Wróblewska" userId="dd51ddb0d8647e15" providerId="LiveId" clId="{5074CBB0-2A24-4A42-AACF-58EA4035BB4F}" dt="2025-06-04T20:06:18.324" v="799" actId="1076"/>
          <ac:spMkLst>
            <pc:docMk/>
            <pc:sldMk cId="4262760385" sldId="262"/>
            <ac:spMk id="3" creationId="{4DC17336-BF64-2C18-4353-C1BADBBCABD6}"/>
          </ac:spMkLst>
        </pc:spChg>
        <pc:spChg chg="add mod">
          <ac:chgData name="Kaja Wróblewska" userId="dd51ddb0d8647e15" providerId="LiveId" clId="{5074CBB0-2A24-4A42-AACF-58EA4035BB4F}" dt="2025-06-04T20:05:04.628" v="781"/>
          <ac:spMkLst>
            <pc:docMk/>
            <pc:sldMk cId="4262760385" sldId="262"/>
            <ac:spMk id="4" creationId="{1AEC57EF-B612-52B6-F8CA-4BEE3AEBC48D}"/>
          </ac:spMkLst>
        </pc:spChg>
        <pc:spChg chg="add mod">
          <ac:chgData name="Kaja Wróblewska" userId="dd51ddb0d8647e15" providerId="LiveId" clId="{5074CBB0-2A24-4A42-AACF-58EA4035BB4F}" dt="2025-06-04T20:04:59.321" v="775"/>
          <ac:spMkLst>
            <pc:docMk/>
            <pc:sldMk cId="4262760385" sldId="262"/>
            <ac:spMk id="5" creationId="{1682F436-7CBD-34C8-47C5-681020A711C0}"/>
          </ac:spMkLst>
        </pc:spChg>
        <pc:spChg chg="add mod">
          <ac:chgData name="Kaja Wróblewska" userId="dd51ddb0d8647e15" providerId="LiveId" clId="{5074CBB0-2A24-4A42-AACF-58EA4035BB4F}" dt="2025-06-04T20:05:46.805" v="790" actId="20577"/>
          <ac:spMkLst>
            <pc:docMk/>
            <pc:sldMk cId="4262760385" sldId="262"/>
            <ac:spMk id="6" creationId="{021ECB7A-7B7B-BB02-2B6E-CD71680547F3}"/>
          </ac:spMkLst>
        </pc:spChg>
        <pc:spChg chg="add mod">
          <ac:chgData name="Kaja Wróblewska" userId="dd51ddb0d8647e15" providerId="LiveId" clId="{5074CBB0-2A24-4A42-AACF-58EA4035BB4F}" dt="2025-06-04T20:07:26.650" v="860" actId="20577"/>
          <ac:spMkLst>
            <pc:docMk/>
            <pc:sldMk cId="4262760385" sldId="262"/>
            <ac:spMk id="7" creationId="{846BF80A-A523-91F3-58D3-3AD24994C863}"/>
          </ac:spMkLst>
        </pc:spChg>
        <pc:spChg chg="add">
          <ac:chgData name="Kaja Wróblewska" userId="dd51ddb0d8647e15" providerId="LiveId" clId="{5074CBB0-2A24-4A42-AACF-58EA4035BB4F}" dt="2025-06-04T20:05:19.350" v="782" actId="26606"/>
          <ac:spMkLst>
            <pc:docMk/>
            <pc:sldMk cId="4262760385" sldId="262"/>
            <ac:spMk id="8" creationId="{06F0F283-C8B6-4598-89C9-C404C98A5715}"/>
          </ac:spMkLst>
        </pc:spChg>
        <pc:spChg chg="add">
          <ac:chgData name="Kaja Wróblewska" userId="dd51ddb0d8647e15" providerId="LiveId" clId="{5074CBB0-2A24-4A42-AACF-58EA4035BB4F}" dt="2025-06-04T20:05:19.350" v="782" actId="26606"/>
          <ac:spMkLst>
            <pc:docMk/>
            <pc:sldMk cId="4262760385" sldId="262"/>
            <ac:spMk id="10" creationId="{E473B0C0-761B-443F-97A0-9D6E01FBB751}"/>
          </ac:spMkLst>
        </pc:spChg>
        <pc:spChg chg="add">
          <ac:chgData name="Kaja Wróblewska" userId="dd51ddb0d8647e15" providerId="LiveId" clId="{5074CBB0-2A24-4A42-AACF-58EA4035BB4F}" dt="2025-06-04T20:05:19.350" v="782" actId="26606"/>
          <ac:spMkLst>
            <pc:docMk/>
            <pc:sldMk cId="4262760385" sldId="262"/>
            <ac:spMk id="12" creationId="{E3B475C6-1445-41C7-9360-49FD7C1C1E7A}"/>
          </ac:spMkLst>
        </pc:spChg>
      </pc:sldChg>
      <pc:sldChg chg="modSp new del mod">
        <pc:chgData name="Kaja Wróblewska" userId="dd51ddb0d8647e15" providerId="LiveId" clId="{5074CBB0-2A24-4A42-AACF-58EA4035BB4F}" dt="2025-06-04T20:07:35.224" v="861" actId="2696"/>
        <pc:sldMkLst>
          <pc:docMk/>
          <pc:sldMk cId="3032622043" sldId="263"/>
        </pc:sldMkLst>
        <pc:spChg chg="mod">
          <ac:chgData name="Kaja Wróblewska" userId="dd51ddb0d8647e15" providerId="LiveId" clId="{5074CBB0-2A24-4A42-AACF-58EA4035BB4F}" dt="2025-06-04T12:28:36.125" v="617" actId="20577"/>
          <ac:spMkLst>
            <pc:docMk/>
            <pc:sldMk cId="3032622043" sldId="263"/>
            <ac:spMk id="2" creationId="{64CC7F8F-AC06-C97A-534C-62ACC9EB67C6}"/>
          </ac:spMkLst>
        </pc:spChg>
        <pc:spChg chg="mod">
          <ac:chgData name="Kaja Wróblewska" userId="dd51ddb0d8647e15" providerId="LiveId" clId="{5074CBB0-2A24-4A42-AACF-58EA4035BB4F}" dt="2025-06-04T20:04:55.877" v="773" actId="21"/>
          <ac:spMkLst>
            <pc:docMk/>
            <pc:sldMk cId="3032622043" sldId="263"/>
            <ac:spMk id="3" creationId="{27F9CE7D-09AA-2624-A63E-02264351FCC3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21842D9-A678-4BAB-B167-D2EEA65ADDFA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45AFFBF-2E67-4491-9DBA-83107A5A68E8}">
      <dgm:prSet/>
      <dgm:spPr/>
      <dgm:t>
        <a:bodyPr/>
        <a:lstStyle/>
        <a:p>
          <a:r>
            <a:rPr lang="pl-PL" dirty="0" err="1"/>
            <a:t>Wektoryzatory</a:t>
          </a:r>
          <a:r>
            <a:rPr lang="pl-PL" dirty="0"/>
            <a:t> </a:t>
          </a:r>
          <a:endParaRPr lang="en-US" dirty="0"/>
        </a:p>
      </dgm:t>
    </dgm:pt>
    <dgm:pt modelId="{AB5E3086-789D-441E-9E37-47F3DC63A05E}" type="parTrans" cxnId="{EE92AEFC-DE1E-42FB-B95B-977AEA705B97}">
      <dgm:prSet/>
      <dgm:spPr/>
      <dgm:t>
        <a:bodyPr/>
        <a:lstStyle/>
        <a:p>
          <a:endParaRPr lang="en-US"/>
        </a:p>
      </dgm:t>
    </dgm:pt>
    <dgm:pt modelId="{BC8D39AD-E280-4D08-AD30-AC366957FB2B}" type="sibTrans" cxnId="{EE92AEFC-DE1E-42FB-B95B-977AEA705B97}">
      <dgm:prSet/>
      <dgm:spPr/>
      <dgm:t>
        <a:bodyPr/>
        <a:lstStyle/>
        <a:p>
          <a:endParaRPr lang="en-US"/>
        </a:p>
      </dgm:t>
    </dgm:pt>
    <dgm:pt modelId="{C433D64A-0349-4EDF-9ECB-A9BBD6D75126}">
      <dgm:prSet/>
      <dgm:spPr/>
      <dgm:t>
        <a:bodyPr/>
        <a:lstStyle/>
        <a:p>
          <a:r>
            <a:rPr lang="pl-PL" dirty="0"/>
            <a:t>Set of  </a:t>
          </a:r>
          <a:r>
            <a:rPr lang="pl-PL" dirty="0" err="1"/>
            <a:t>Words</a:t>
          </a:r>
          <a:r>
            <a:rPr lang="pl-PL" dirty="0"/>
            <a:t> ~0.47%</a:t>
          </a:r>
          <a:endParaRPr lang="en-US" dirty="0"/>
        </a:p>
      </dgm:t>
    </dgm:pt>
    <dgm:pt modelId="{7C8D9B7B-05A3-4E13-86BE-CB4D58B927FC}" type="parTrans" cxnId="{20D91626-4BB3-4D3F-B947-D320C555D0CD}">
      <dgm:prSet/>
      <dgm:spPr/>
      <dgm:t>
        <a:bodyPr/>
        <a:lstStyle/>
        <a:p>
          <a:endParaRPr lang="en-US"/>
        </a:p>
      </dgm:t>
    </dgm:pt>
    <dgm:pt modelId="{EE9B53E4-A209-4CE6-BAA0-AE522C6D4649}" type="sibTrans" cxnId="{20D91626-4BB3-4D3F-B947-D320C555D0CD}">
      <dgm:prSet/>
      <dgm:spPr/>
      <dgm:t>
        <a:bodyPr/>
        <a:lstStyle/>
        <a:p>
          <a:endParaRPr lang="en-US"/>
        </a:p>
      </dgm:t>
    </dgm:pt>
    <dgm:pt modelId="{6311A1F0-07D1-492B-BBE6-4E924E577765}">
      <dgm:prSet/>
      <dgm:spPr/>
      <dgm:t>
        <a:bodyPr/>
        <a:lstStyle/>
        <a:p>
          <a:r>
            <a:rPr lang="pl-PL" dirty="0" err="1"/>
            <a:t>Bag</a:t>
          </a:r>
          <a:r>
            <a:rPr lang="pl-PL" dirty="0"/>
            <a:t> of  </a:t>
          </a:r>
          <a:r>
            <a:rPr lang="pl-PL" dirty="0" err="1"/>
            <a:t>Words</a:t>
          </a:r>
          <a:r>
            <a:rPr lang="pl-PL" dirty="0"/>
            <a:t> ~0.42%</a:t>
          </a:r>
          <a:endParaRPr lang="en-US" dirty="0"/>
        </a:p>
      </dgm:t>
    </dgm:pt>
    <dgm:pt modelId="{C29C6DA8-0240-4629-9E36-B778F866FE32}" type="parTrans" cxnId="{1CB3B295-439E-4C12-97FE-A7FD7B368C34}">
      <dgm:prSet/>
      <dgm:spPr/>
      <dgm:t>
        <a:bodyPr/>
        <a:lstStyle/>
        <a:p>
          <a:endParaRPr lang="en-US"/>
        </a:p>
      </dgm:t>
    </dgm:pt>
    <dgm:pt modelId="{F0E27032-9380-454F-AE28-DD95FA8221A4}" type="sibTrans" cxnId="{1CB3B295-439E-4C12-97FE-A7FD7B368C34}">
      <dgm:prSet/>
      <dgm:spPr/>
      <dgm:t>
        <a:bodyPr/>
        <a:lstStyle/>
        <a:p>
          <a:endParaRPr lang="en-US"/>
        </a:p>
      </dgm:t>
    </dgm:pt>
    <dgm:pt modelId="{B08ABB6F-9D81-47CD-99E1-F44A81E8EADE}">
      <dgm:prSet/>
      <dgm:spPr/>
      <dgm:t>
        <a:bodyPr/>
        <a:lstStyle/>
        <a:p>
          <a:r>
            <a:rPr lang="pl-PL" dirty="0"/>
            <a:t>TF-IDF   ~0.47%</a:t>
          </a:r>
          <a:endParaRPr lang="en-US" dirty="0"/>
        </a:p>
      </dgm:t>
    </dgm:pt>
    <dgm:pt modelId="{39AD7B0B-E90D-493E-8753-C88A9FC10A7C}" type="parTrans" cxnId="{F711F6D3-7541-41EA-871E-E53F0D81B527}">
      <dgm:prSet/>
      <dgm:spPr/>
      <dgm:t>
        <a:bodyPr/>
        <a:lstStyle/>
        <a:p>
          <a:endParaRPr lang="en-US"/>
        </a:p>
      </dgm:t>
    </dgm:pt>
    <dgm:pt modelId="{285EDEFB-E94C-4A94-B8AE-F11281502C95}" type="sibTrans" cxnId="{F711F6D3-7541-41EA-871E-E53F0D81B527}">
      <dgm:prSet/>
      <dgm:spPr/>
      <dgm:t>
        <a:bodyPr/>
        <a:lstStyle/>
        <a:p>
          <a:endParaRPr lang="en-US"/>
        </a:p>
      </dgm:t>
    </dgm:pt>
    <dgm:pt modelId="{C48947D6-70AA-45AB-A7E7-A19FF5E04CA7}">
      <dgm:prSet/>
      <dgm:spPr/>
      <dgm:t>
        <a:bodyPr/>
        <a:lstStyle/>
        <a:p>
          <a:r>
            <a:rPr lang="pl-PL" dirty="0"/>
            <a:t>Gotowe </a:t>
          </a:r>
          <a:r>
            <a:rPr lang="pl-PL" dirty="0" err="1"/>
            <a:t>Embeddingi</a:t>
          </a:r>
          <a:endParaRPr lang="en-US" dirty="0"/>
        </a:p>
      </dgm:t>
    </dgm:pt>
    <dgm:pt modelId="{BA40E710-2333-4EC4-A6AF-5E48C4A50283}" type="parTrans" cxnId="{BC94E91B-1EA0-4BF7-B45E-0C118C1ED005}">
      <dgm:prSet/>
      <dgm:spPr/>
      <dgm:t>
        <a:bodyPr/>
        <a:lstStyle/>
        <a:p>
          <a:endParaRPr lang="en-US"/>
        </a:p>
      </dgm:t>
    </dgm:pt>
    <dgm:pt modelId="{A3D499CB-2AE7-4127-96BB-46A98964AAE5}" type="sibTrans" cxnId="{BC94E91B-1EA0-4BF7-B45E-0C118C1ED005}">
      <dgm:prSet/>
      <dgm:spPr/>
      <dgm:t>
        <a:bodyPr/>
        <a:lstStyle/>
        <a:p>
          <a:endParaRPr lang="en-US"/>
        </a:p>
      </dgm:t>
    </dgm:pt>
    <dgm:pt modelId="{547484CE-5BB4-4774-89A4-B4A1A475A45E}">
      <dgm:prSet/>
      <dgm:spPr/>
      <dgm:t>
        <a:bodyPr/>
        <a:lstStyle/>
        <a:p>
          <a:r>
            <a:rPr lang="pl-PL" dirty="0" err="1"/>
            <a:t>spaCy</a:t>
          </a:r>
          <a:r>
            <a:rPr lang="pl-PL" dirty="0"/>
            <a:t> +normalizacja ~0.03%</a:t>
          </a:r>
          <a:endParaRPr lang="en-US" dirty="0"/>
        </a:p>
      </dgm:t>
    </dgm:pt>
    <dgm:pt modelId="{E82BEBDB-3F32-4365-8B3C-2449D986258E}" type="parTrans" cxnId="{F1DF225C-0F45-46EA-9E48-018C0619AB40}">
      <dgm:prSet/>
      <dgm:spPr/>
      <dgm:t>
        <a:bodyPr/>
        <a:lstStyle/>
        <a:p>
          <a:endParaRPr lang="en-US"/>
        </a:p>
      </dgm:t>
    </dgm:pt>
    <dgm:pt modelId="{AE65370A-F02A-4C2E-8D76-1882E8B24CC7}" type="sibTrans" cxnId="{F1DF225C-0F45-46EA-9E48-018C0619AB40}">
      <dgm:prSet/>
      <dgm:spPr/>
      <dgm:t>
        <a:bodyPr/>
        <a:lstStyle/>
        <a:p>
          <a:endParaRPr lang="en-US"/>
        </a:p>
      </dgm:t>
    </dgm:pt>
    <dgm:pt modelId="{B520F46B-83BE-493E-AB21-E5639938C2BA}">
      <dgm:prSet/>
      <dgm:spPr/>
      <dgm:t>
        <a:bodyPr/>
        <a:lstStyle/>
        <a:p>
          <a:r>
            <a:rPr lang="pl-PL" dirty="0" err="1"/>
            <a:t>spaCy</a:t>
          </a:r>
          <a:r>
            <a:rPr lang="pl-PL" dirty="0"/>
            <a:t> + TF-IDF + regresja </a:t>
          </a:r>
          <a:r>
            <a:rPr lang="pl-PL" dirty="0" err="1"/>
            <a:t>logisyczna</a:t>
          </a:r>
          <a:r>
            <a:rPr lang="pl-PL" dirty="0"/>
            <a:t>???</a:t>
          </a:r>
          <a:endParaRPr lang="en-US" dirty="0"/>
        </a:p>
      </dgm:t>
    </dgm:pt>
    <dgm:pt modelId="{DEF78190-606C-4516-99F1-DA95D9F2882D}" type="parTrans" cxnId="{D542C193-2993-42AE-8666-DCBC0D35B418}">
      <dgm:prSet/>
      <dgm:spPr/>
      <dgm:t>
        <a:bodyPr/>
        <a:lstStyle/>
        <a:p>
          <a:endParaRPr lang="pl-PL"/>
        </a:p>
      </dgm:t>
    </dgm:pt>
    <dgm:pt modelId="{4FC56701-2AE4-47DD-8B93-B51C326931A5}" type="sibTrans" cxnId="{D542C193-2993-42AE-8666-DCBC0D35B418}">
      <dgm:prSet/>
      <dgm:spPr/>
      <dgm:t>
        <a:bodyPr/>
        <a:lstStyle/>
        <a:p>
          <a:endParaRPr lang="pl-PL"/>
        </a:p>
      </dgm:t>
    </dgm:pt>
    <dgm:pt modelId="{6A73EBCF-4A55-483C-B6E5-7B6A9049162C}" type="pres">
      <dgm:prSet presAssocID="{E21842D9-A678-4BAB-B167-D2EEA65ADDF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5AAD4CA-0241-4C8D-B5C1-5E1187D75D99}" type="pres">
      <dgm:prSet presAssocID="{045AFFBF-2E67-4491-9DBA-83107A5A68E8}" presName="hierRoot1" presStyleCnt="0"/>
      <dgm:spPr/>
    </dgm:pt>
    <dgm:pt modelId="{145A6BB4-D7AB-400E-B3CC-A02B03BBF512}" type="pres">
      <dgm:prSet presAssocID="{045AFFBF-2E67-4491-9DBA-83107A5A68E8}" presName="composite" presStyleCnt="0"/>
      <dgm:spPr/>
    </dgm:pt>
    <dgm:pt modelId="{AC0551A8-3654-4853-B138-542FE883ECF4}" type="pres">
      <dgm:prSet presAssocID="{045AFFBF-2E67-4491-9DBA-83107A5A68E8}" presName="background" presStyleLbl="node0" presStyleIdx="0" presStyleCnt="2"/>
      <dgm:spPr/>
    </dgm:pt>
    <dgm:pt modelId="{160956AA-C15D-4F69-A0FE-BA9E71A9706C}" type="pres">
      <dgm:prSet presAssocID="{045AFFBF-2E67-4491-9DBA-83107A5A68E8}" presName="text" presStyleLbl="fgAcc0" presStyleIdx="0" presStyleCnt="2">
        <dgm:presLayoutVars>
          <dgm:chPref val="3"/>
        </dgm:presLayoutVars>
      </dgm:prSet>
      <dgm:spPr/>
    </dgm:pt>
    <dgm:pt modelId="{0D86FFD2-AF1A-4BE7-BBC4-E28EA388F6C8}" type="pres">
      <dgm:prSet presAssocID="{045AFFBF-2E67-4491-9DBA-83107A5A68E8}" presName="hierChild2" presStyleCnt="0"/>
      <dgm:spPr/>
    </dgm:pt>
    <dgm:pt modelId="{372F6A2D-46A2-412E-A503-85E165D51F03}" type="pres">
      <dgm:prSet presAssocID="{7C8D9B7B-05A3-4E13-86BE-CB4D58B927FC}" presName="Name10" presStyleLbl="parChTrans1D2" presStyleIdx="0" presStyleCnt="5"/>
      <dgm:spPr/>
    </dgm:pt>
    <dgm:pt modelId="{5D3960CE-BED2-4E8E-9585-0264CAD3F74F}" type="pres">
      <dgm:prSet presAssocID="{C433D64A-0349-4EDF-9ECB-A9BBD6D75126}" presName="hierRoot2" presStyleCnt="0"/>
      <dgm:spPr/>
    </dgm:pt>
    <dgm:pt modelId="{F3E9118C-4AC5-43C7-9812-999530775DD4}" type="pres">
      <dgm:prSet presAssocID="{C433D64A-0349-4EDF-9ECB-A9BBD6D75126}" presName="composite2" presStyleCnt="0"/>
      <dgm:spPr/>
    </dgm:pt>
    <dgm:pt modelId="{2707337F-3560-498B-8606-5E6A25A9F55F}" type="pres">
      <dgm:prSet presAssocID="{C433D64A-0349-4EDF-9ECB-A9BBD6D75126}" presName="background2" presStyleLbl="node2" presStyleIdx="0" presStyleCnt="5"/>
      <dgm:spPr/>
    </dgm:pt>
    <dgm:pt modelId="{B3F66ED6-0113-400B-9EC8-9000F8D79757}" type="pres">
      <dgm:prSet presAssocID="{C433D64A-0349-4EDF-9ECB-A9BBD6D75126}" presName="text2" presStyleLbl="fgAcc2" presStyleIdx="0" presStyleCnt="5">
        <dgm:presLayoutVars>
          <dgm:chPref val="3"/>
        </dgm:presLayoutVars>
      </dgm:prSet>
      <dgm:spPr/>
    </dgm:pt>
    <dgm:pt modelId="{AC2A4995-ED2C-417A-967F-3148349B8AFC}" type="pres">
      <dgm:prSet presAssocID="{C433D64A-0349-4EDF-9ECB-A9BBD6D75126}" presName="hierChild3" presStyleCnt="0"/>
      <dgm:spPr/>
    </dgm:pt>
    <dgm:pt modelId="{39B0E4F5-36E9-4FBD-9B11-B2257CAC1548}" type="pres">
      <dgm:prSet presAssocID="{C29C6DA8-0240-4629-9E36-B778F866FE32}" presName="Name10" presStyleLbl="parChTrans1D2" presStyleIdx="1" presStyleCnt="5"/>
      <dgm:spPr/>
    </dgm:pt>
    <dgm:pt modelId="{2B497149-AE9D-4B84-87D1-2E3334B8F511}" type="pres">
      <dgm:prSet presAssocID="{6311A1F0-07D1-492B-BBE6-4E924E577765}" presName="hierRoot2" presStyleCnt="0"/>
      <dgm:spPr/>
    </dgm:pt>
    <dgm:pt modelId="{473489F2-C586-4E1D-80D6-DFA2B2329D42}" type="pres">
      <dgm:prSet presAssocID="{6311A1F0-07D1-492B-BBE6-4E924E577765}" presName="composite2" presStyleCnt="0"/>
      <dgm:spPr/>
    </dgm:pt>
    <dgm:pt modelId="{9F62776A-FFBF-41E6-A24E-2D128676781A}" type="pres">
      <dgm:prSet presAssocID="{6311A1F0-07D1-492B-BBE6-4E924E577765}" presName="background2" presStyleLbl="node2" presStyleIdx="1" presStyleCnt="5"/>
      <dgm:spPr/>
    </dgm:pt>
    <dgm:pt modelId="{F956F271-A3EF-45FB-92FC-48345EAB0236}" type="pres">
      <dgm:prSet presAssocID="{6311A1F0-07D1-492B-BBE6-4E924E577765}" presName="text2" presStyleLbl="fgAcc2" presStyleIdx="1" presStyleCnt="5">
        <dgm:presLayoutVars>
          <dgm:chPref val="3"/>
        </dgm:presLayoutVars>
      </dgm:prSet>
      <dgm:spPr/>
    </dgm:pt>
    <dgm:pt modelId="{34466088-597B-4D8D-BA90-87F67FD2A193}" type="pres">
      <dgm:prSet presAssocID="{6311A1F0-07D1-492B-BBE6-4E924E577765}" presName="hierChild3" presStyleCnt="0"/>
      <dgm:spPr/>
    </dgm:pt>
    <dgm:pt modelId="{854E1890-7505-48D8-9186-8F88E4B4BBF9}" type="pres">
      <dgm:prSet presAssocID="{39AD7B0B-E90D-493E-8753-C88A9FC10A7C}" presName="Name10" presStyleLbl="parChTrans1D2" presStyleIdx="2" presStyleCnt="5"/>
      <dgm:spPr/>
    </dgm:pt>
    <dgm:pt modelId="{52C797E3-5D3F-41D2-90BE-E41DC78771D1}" type="pres">
      <dgm:prSet presAssocID="{B08ABB6F-9D81-47CD-99E1-F44A81E8EADE}" presName="hierRoot2" presStyleCnt="0"/>
      <dgm:spPr/>
    </dgm:pt>
    <dgm:pt modelId="{61346739-B4D1-4D76-8B4B-EE7C6B6A136D}" type="pres">
      <dgm:prSet presAssocID="{B08ABB6F-9D81-47CD-99E1-F44A81E8EADE}" presName="composite2" presStyleCnt="0"/>
      <dgm:spPr/>
    </dgm:pt>
    <dgm:pt modelId="{7CB75C58-59EF-409F-8B8E-6DDD14C8F2B4}" type="pres">
      <dgm:prSet presAssocID="{B08ABB6F-9D81-47CD-99E1-F44A81E8EADE}" presName="background2" presStyleLbl="node2" presStyleIdx="2" presStyleCnt="5"/>
      <dgm:spPr/>
    </dgm:pt>
    <dgm:pt modelId="{AEB32B89-7CE7-4F38-BA96-B61E478C527F}" type="pres">
      <dgm:prSet presAssocID="{B08ABB6F-9D81-47CD-99E1-F44A81E8EADE}" presName="text2" presStyleLbl="fgAcc2" presStyleIdx="2" presStyleCnt="5">
        <dgm:presLayoutVars>
          <dgm:chPref val="3"/>
        </dgm:presLayoutVars>
      </dgm:prSet>
      <dgm:spPr/>
    </dgm:pt>
    <dgm:pt modelId="{C4869CA6-A7FF-4FBD-B9C7-19486BC073AE}" type="pres">
      <dgm:prSet presAssocID="{B08ABB6F-9D81-47CD-99E1-F44A81E8EADE}" presName="hierChild3" presStyleCnt="0"/>
      <dgm:spPr/>
    </dgm:pt>
    <dgm:pt modelId="{B82519A1-4F4B-4734-A082-79BB710105A6}" type="pres">
      <dgm:prSet presAssocID="{C48947D6-70AA-45AB-A7E7-A19FF5E04CA7}" presName="hierRoot1" presStyleCnt="0"/>
      <dgm:spPr/>
    </dgm:pt>
    <dgm:pt modelId="{187471BB-5F9D-4097-A796-40990A814609}" type="pres">
      <dgm:prSet presAssocID="{C48947D6-70AA-45AB-A7E7-A19FF5E04CA7}" presName="composite" presStyleCnt="0"/>
      <dgm:spPr/>
    </dgm:pt>
    <dgm:pt modelId="{9B5F9353-46F5-4D73-A708-F61943003A82}" type="pres">
      <dgm:prSet presAssocID="{C48947D6-70AA-45AB-A7E7-A19FF5E04CA7}" presName="background" presStyleLbl="node0" presStyleIdx="1" presStyleCnt="2"/>
      <dgm:spPr/>
    </dgm:pt>
    <dgm:pt modelId="{0D3F06D6-8050-429B-B38C-DADFA22256D0}" type="pres">
      <dgm:prSet presAssocID="{C48947D6-70AA-45AB-A7E7-A19FF5E04CA7}" presName="text" presStyleLbl="fgAcc0" presStyleIdx="1" presStyleCnt="2">
        <dgm:presLayoutVars>
          <dgm:chPref val="3"/>
        </dgm:presLayoutVars>
      </dgm:prSet>
      <dgm:spPr/>
    </dgm:pt>
    <dgm:pt modelId="{71305F71-02E6-4546-BA56-A08E01B212B9}" type="pres">
      <dgm:prSet presAssocID="{C48947D6-70AA-45AB-A7E7-A19FF5E04CA7}" presName="hierChild2" presStyleCnt="0"/>
      <dgm:spPr/>
    </dgm:pt>
    <dgm:pt modelId="{D61CD065-EA2E-4374-A149-CCA8E71480AC}" type="pres">
      <dgm:prSet presAssocID="{E82BEBDB-3F32-4365-8B3C-2449D986258E}" presName="Name10" presStyleLbl="parChTrans1D2" presStyleIdx="3" presStyleCnt="5"/>
      <dgm:spPr/>
    </dgm:pt>
    <dgm:pt modelId="{C9B8B081-EF5D-46EA-AB5E-ADB32F54E1B0}" type="pres">
      <dgm:prSet presAssocID="{547484CE-5BB4-4774-89A4-B4A1A475A45E}" presName="hierRoot2" presStyleCnt="0"/>
      <dgm:spPr/>
    </dgm:pt>
    <dgm:pt modelId="{A3583358-A059-41E6-A1D9-D5064BEA3852}" type="pres">
      <dgm:prSet presAssocID="{547484CE-5BB4-4774-89A4-B4A1A475A45E}" presName="composite2" presStyleCnt="0"/>
      <dgm:spPr/>
    </dgm:pt>
    <dgm:pt modelId="{D82A10B1-90A9-4A03-A282-8B1EC596D226}" type="pres">
      <dgm:prSet presAssocID="{547484CE-5BB4-4774-89A4-B4A1A475A45E}" presName="background2" presStyleLbl="node2" presStyleIdx="3" presStyleCnt="5"/>
      <dgm:spPr/>
    </dgm:pt>
    <dgm:pt modelId="{EEBD5A8D-89AC-4B3D-AA54-3E719A1EDB5E}" type="pres">
      <dgm:prSet presAssocID="{547484CE-5BB4-4774-89A4-B4A1A475A45E}" presName="text2" presStyleLbl="fgAcc2" presStyleIdx="3" presStyleCnt="5">
        <dgm:presLayoutVars>
          <dgm:chPref val="3"/>
        </dgm:presLayoutVars>
      </dgm:prSet>
      <dgm:spPr/>
    </dgm:pt>
    <dgm:pt modelId="{181BC368-88CC-4B9D-8464-425C12FFAFF5}" type="pres">
      <dgm:prSet presAssocID="{547484CE-5BB4-4774-89A4-B4A1A475A45E}" presName="hierChild3" presStyleCnt="0"/>
      <dgm:spPr/>
    </dgm:pt>
    <dgm:pt modelId="{2B58EF68-BB0A-48C4-9300-915AE97CB118}" type="pres">
      <dgm:prSet presAssocID="{DEF78190-606C-4516-99F1-DA95D9F2882D}" presName="Name10" presStyleLbl="parChTrans1D2" presStyleIdx="4" presStyleCnt="5"/>
      <dgm:spPr/>
    </dgm:pt>
    <dgm:pt modelId="{24A17231-BABC-4B4C-91FE-8D4D2D6348C7}" type="pres">
      <dgm:prSet presAssocID="{B520F46B-83BE-493E-AB21-E5639938C2BA}" presName="hierRoot2" presStyleCnt="0"/>
      <dgm:spPr/>
    </dgm:pt>
    <dgm:pt modelId="{22A532AB-10EC-4576-A585-981C0C77B5D3}" type="pres">
      <dgm:prSet presAssocID="{B520F46B-83BE-493E-AB21-E5639938C2BA}" presName="composite2" presStyleCnt="0"/>
      <dgm:spPr/>
    </dgm:pt>
    <dgm:pt modelId="{BD90511F-1B36-4AE8-8F43-C9EB5EBD48F9}" type="pres">
      <dgm:prSet presAssocID="{B520F46B-83BE-493E-AB21-E5639938C2BA}" presName="background2" presStyleLbl="node2" presStyleIdx="4" presStyleCnt="5"/>
      <dgm:spPr/>
    </dgm:pt>
    <dgm:pt modelId="{8C40D38C-E8F1-4F63-A07C-5EAF3A0260FE}" type="pres">
      <dgm:prSet presAssocID="{B520F46B-83BE-493E-AB21-E5639938C2BA}" presName="text2" presStyleLbl="fgAcc2" presStyleIdx="4" presStyleCnt="5">
        <dgm:presLayoutVars>
          <dgm:chPref val="3"/>
        </dgm:presLayoutVars>
      </dgm:prSet>
      <dgm:spPr/>
    </dgm:pt>
    <dgm:pt modelId="{CBDCC5C5-7DDC-4E65-BAE4-7CBDE6B92972}" type="pres">
      <dgm:prSet presAssocID="{B520F46B-83BE-493E-AB21-E5639938C2BA}" presName="hierChild3" presStyleCnt="0"/>
      <dgm:spPr/>
    </dgm:pt>
  </dgm:ptLst>
  <dgm:cxnLst>
    <dgm:cxn modelId="{DA03F510-9311-4C79-A5C2-4BBEA8FFE28B}" type="presOf" srcId="{39AD7B0B-E90D-493E-8753-C88A9FC10A7C}" destId="{854E1890-7505-48D8-9186-8F88E4B4BBF9}" srcOrd="0" destOrd="0" presId="urn:microsoft.com/office/officeart/2005/8/layout/hierarchy1"/>
    <dgm:cxn modelId="{BC94E91B-1EA0-4BF7-B45E-0C118C1ED005}" srcId="{E21842D9-A678-4BAB-B167-D2EEA65ADDFA}" destId="{C48947D6-70AA-45AB-A7E7-A19FF5E04CA7}" srcOrd="1" destOrd="0" parTransId="{BA40E710-2333-4EC4-A6AF-5E48C4A50283}" sibTransId="{A3D499CB-2AE7-4127-96BB-46A98964AAE5}"/>
    <dgm:cxn modelId="{99C7A125-7252-4D44-A1C6-BFF3AAC7FC65}" type="presOf" srcId="{7C8D9B7B-05A3-4E13-86BE-CB4D58B927FC}" destId="{372F6A2D-46A2-412E-A503-85E165D51F03}" srcOrd="0" destOrd="0" presId="urn:microsoft.com/office/officeart/2005/8/layout/hierarchy1"/>
    <dgm:cxn modelId="{20D91626-4BB3-4D3F-B947-D320C555D0CD}" srcId="{045AFFBF-2E67-4491-9DBA-83107A5A68E8}" destId="{C433D64A-0349-4EDF-9ECB-A9BBD6D75126}" srcOrd="0" destOrd="0" parTransId="{7C8D9B7B-05A3-4E13-86BE-CB4D58B927FC}" sibTransId="{EE9B53E4-A209-4CE6-BAA0-AE522C6D4649}"/>
    <dgm:cxn modelId="{A8312F37-3B07-4664-B9A9-A25487CCE7FC}" type="presOf" srcId="{6311A1F0-07D1-492B-BBE6-4E924E577765}" destId="{F956F271-A3EF-45FB-92FC-48345EAB0236}" srcOrd="0" destOrd="0" presId="urn:microsoft.com/office/officeart/2005/8/layout/hierarchy1"/>
    <dgm:cxn modelId="{82117540-CB32-4E42-8C2B-C1076DD9667A}" type="presOf" srcId="{E21842D9-A678-4BAB-B167-D2EEA65ADDFA}" destId="{6A73EBCF-4A55-483C-B6E5-7B6A9049162C}" srcOrd="0" destOrd="0" presId="urn:microsoft.com/office/officeart/2005/8/layout/hierarchy1"/>
    <dgm:cxn modelId="{F1DF225C-0F45-46EA-9E48-018C0619AB40}" srcId="{C48947D6-70AA-45AB-A7E7-A19FF5E04CA7}" destId="{547484CE-5BB4-4774-89A4-B4A1A475A45E}" srcOrd="0" destOrd="0" parTransId="{E82BEBDB-3F32-4365-8B3C-2449D986258E}" sibTransId="{AE65370A-F02A-4C2E-8D76-1882E8B24CC7}"/>
    <dgm:cxn modelId="{CC533150-4BA3-4B12-B5E3-B947B0BF06AC}" type="presOf" srcId="{B08ABB6F-9D81-47CD-99E1-F44A81E8EADE}" destId="{AEB32B89-7CE7-4F38-BA96-B61E478C527F}" srcOrd="0" destOrd="0" presId="urn:microsoft.com/office/officeart/2005/8/layout/hierarchy1"/>
    <dgm:cxn modelId="{427BA574-4062-4068-8F19-0E44E15F373B}" type="presOf" srcId="{C48947D6-70AA-45AB-A7E7-A19FF5E04CA7}" destId="{0D3F06D6-8050-429B-B38C-DADFA22256D0}" srcOrd="0" destOrd="0" presId="urn:microsoft.com/office/officeart/2005/8/layout/hierarchy1"/>
    <dgm:cxn modelId="{D542C193-2993-42AE-8666-DCBC0D35B418}" srcId="{C48947D6-70AA-45AB-A7E7-A19FF5E04CA7}" destId="{B520F46B-83BE-493E-AB21-E5639938C2BA}" srcOrd="1" destOrd="0" parTransId="{DEF78190-606C-4516-99F1-DA95D9F2882D}" sibTransId="{4FC56701-2AE4-47DD-8B93-B51C326931A5}"/>
    <dgm:cxn modelId="{1CB3B295-439E-4C12-97FE-A7FD7B368C34}" srcId="{045AFFBF-2E67-4491-9DBA-83107A5A68E8}" destId="{6311A1F0-07D1-492B-BBE6-4E924E577765}" srcOrd="1" destOrd="0" parTransId="{C29C6DA8-0240-4629-9E36-B778F866FE32}" sibTransId="{F0E27032-9380-454F-AE28-DD95FA8221A4}"/>
    <dgm:cxn modelId="{7836289B-F03E-413A-A0C5-CE5D861CBDDA}" type="presOf" srcId="{547484CE-5BB4-4774-89A4-B4A1A475A45E}" destId="{EEBD5A8D-89AC-4B3D-AA54-3E719A1EDB5E}" srcOrd="0" destOrd="0" presId="urn:microsoft.com/office/officeart/2005/8/layout/hierarchy1"/>
    <dgm:cxn modelId="{B7D4F1A8-FB7A-4884-8E92-DCFF08562FFD}" type="presOf" srcId="{C29C6DA8-0240-4629-9E36-B778F866FE32}" destId="{39B0E4F5-36E9-4FBD-9B11-B2257CAC1548}" srcOrd="0" destOrd="0" presId="urn:microsoft.com/office/officeart/2005/8/layout/hierarchy1"/>
    <dgm:cxn modelId="{87C2F3B9-F363-4D71-8445-FA201DADD6D7}" type="presOf" srcId="{B520F46B-83BE-493E-AB21-E5639938C2BA}" destId="{8C40D38C-E8F1-4F63-A07C-5EAF3A0260FE}" srcOrd="0" destOrd="0" presId="urn:microsoft.com/office/officeart/2005/8/layout/hierarchy1"/>
    <dgm:cxn modelId="{448291C6-592F-4F74-B952-BF21618D1C36}" type="presOf" srcId="{C433D64A-0349-4EDF-9ECB-A9BBD6D75126}" destId="{B3F66ED6-0113-400B-9EC8-9000F8D79757}" srcOrd="0" destOrd="0" presId="urn:microsoft.com/office/officeart/2005/8/layout/hierarchy1"/>
    <dgm:cxn modelId="{F711F6D3-7541-41EA-871E-E53F0D81B527}" srcId="{045AFFBF-2E67-4491-9DBA-83107A5A68E8}" destId="{B08ABB6F-9D81-47CD-99E1-F44A81E8EADE}" srcOrd="2" destOrd="0" parTransId="{39AD7B0B-E90D-493E-8753-C88A9FC10A7C}" sibTransId="{285EDEFB-E94C-4A94-B8AE-F11281502C95}"/>
    <dgm:cxn modelId="{032F60E6-BFE0-4BAA-9BCD-FF186A76531E}" type="presOf" srcId="{045AFFBF-2E67-4491-9DBA-83107A5A68E8}" destId="{160956AA-C15D-4F69-A0FE-BA9E71A9706C}" srcOrd="0" destOrd="0" presId="urn:microsoft.com/office/officeart/2005/8/layout/hierarchy1"/>
    <dgm:cxn modelId="{A67B0CEF-8980-4527-99E3-71C5A68F6FE9}" type="presOf" srcId="{E82BEBDB-3F32-4365-8B3C-2449D986258E}" destId="{D61CD065-EA2E-4374-A149-CCA8E71480AC}" srcOrd="0" destOrd="0" presId="urn:microsoft.com/office/officeart/2005/8/layout/hierarchy1"/>
    <dgm:cxn modelId="{CA8458FC-2B10-4460-9C15-284608AC0DEE}" type="presOf" srcId="{DEF78190-606C-4516-99F1-DA95D9F2882D}" destId="{2B58EF68-BB0A-48C4-9300-915AE97CB118}" srcOrd="0" destOrd="0" presId="urn:microsoft.com/office/officeart/2005/8/layout/hierarchy1"/>
    <dgm:cxn modelId="{EE92AEFC-DE1E-42FB-B95B-977AEA705B97}" srcId="{E21842D9-A678-4BAB-B167-D2EEA65ADDFA}" destId="{045AFFBF-2E67-4491-9DBA-83107A5A68E8}" srcOrd="0" destOrd="0" parTransId="{AB5E3086-789D-441E-9E37-47F3DC63A05E}" sibTransId="{BC8D39AD-E280-4D08-AD30-AC366957FB2B}"/>
    <dgm:cxn modelId="{B2597539-3257-40AB-9986-0A81E343D717}" type="presParOf" srcId="{6A73EBCF-4A55-483C-B6E5-7B6A9049162C}" destId="{25AAD4CA-0241-4C8D-B5C1-5E1187D75D99}" srcOrd="0" destOrd="0" presId="urn:microsoft.com/office/officeart/2005/8/layout/hierarchy1"/>
    <dgm:cxn modelId="{469D064E-C88D-4806-B595-0831DBAF8E63}" type="presParOf" srcId="{25AAD4CA-0241-4C8D-B5C1-5E1187D75D99}" destId="{145A6BB4-D7AB-400E-B3CC-A02B03BBF512}" srcOrd="0" destOrd="0" presId="urn:microsoft.com/office/officeart/2005/8/layout/hierarchy1"/>
    <dgm:cxn modelId="{98CC4CA5-F1FB-470D-A714-3D1471BEE1B4}" type="presParOf" srcId="{145A6BB4-D7AB-400E-B3CC-A02B03BBF512}" destId="{AC0551A8-3654-4853-B138-542FE883ECF4}" srcOrd="0" destOrd="0" presId="urn:microsoft.com/office/officeart/2005/8/layout/hierarchy1"/>
    <dgm:cxn modelId="{5C364707-F6AB-4A71-90DE-D72037505C21}" type="presParOf" srcId="{145A6BB4-D7AB-400E-B3CC-A02B03BBF512}" destId="{160956AA-C15D-4F69-A0FE-BA9E71A9706C}" srcOrd="1" destOrd="0" presId="urn:microsoft.com/office/officeart/2005/8/layout/hierarchy1"/>
    <dgm:cxn modelId="{9B4798E0-3A87-43BF-A9CE-4A7B6E28C310}" type="presParOf" srcId="{25AAD4CA-0241-4C8D-B5C1-5E1187D75D99}" destId="{0D86FFD2-AF1A-4BE7-BBC4-E28EA388F6C8}" srcOrd="1" destOrd="0" presId="urn:microsoft.com/office/officeart/2005/8/layout/hierarchy1"/>
    <dgm:cxn modelId="{08ED981F-DAEC-44FB-9BB7-367E295203AB}" type="presParOf" srcId="{0D86FFD2-AF1A-4BE7-BBC4-E28EA388F6C8}" destId="{372F6A2D-46A2-412E-A503-85E165D51F03}" srcOrd="0" destOrd="0" presId="urn:microsoft.com/office/officeart/2005/8/layout/hierarchy1"/>
    <dgm:cxn modelId="{E9B5D6B2-82A1-417D-B953-D8E86CF50F29}" type="presParOf" srcId="{0D86FFD2-AF1A-4BE7-BBC4-E28EA388F6C8}" destId="{5D3960CE-BED2-4E8E-9585-0264CAD3F74F}" srcOrd="1" destOrd="0" presId="urn:microsoft.com/office/officeart/2005/8/layout/hierarchy1"/>
    <dgm:cxn modelId="{E49C9614-7498-4ACA-B41B-4071350D1A63}" type="presParOf" srcId="{5D3960CE-BED2-4E8E-9585-0264CAD3F74F}" destId="{F3E9118C-4AC5-43C7-9812-999530775DD4}" srcOrd="0" destOrd="0" presId="urn:microsoft.com/office/officeart/2005/8/layout/hierarchy1"/>
    <dgm:cxn modelId="{37F80122-213D-4001-BBE5-EE854AB9D6CE}" type="presParOf" srcId="{F3E9118C-4AC5-43C7-9812-999530775DD4}" destId="{2707337F-3560-498B-8606-5E6A25A9F55F}" srcOrd="0" destOrd="0" presId="urn:microsoft.com/office/officeart/2005/8/layout/hierarchy1"/>
    <dgm:cxn modelId="{13428669-A639-4444-8B1C-22EC959DBC29}" type="presParOf" srcId="{F3E9118C-4AC5-43C7-9812-999530775DD4}" destId="{B3F66ED6-0113-400B-9EC8-9000F8D79757}" srcOrd="1" destOrd="0" presId="urn:microsoft.com/office/officeart/2005/8/layout/hierarchy1"/>
    <dgm:cxn modelId="{28AE8877-F124-43A4-8FFD-95D9FCDFD84B}" type="presParOf" srcId="{5D3960CE-BED2-4E8E-9585-0264CAD3F74F}" destId="{AC2A4995-ED2C-417A-967F-3148349B8AFC}" srcOrd="1" destOrd="0" presId="urn:microsoft.com/office/officeart/2005/8/layout/hierarchy1"/>
    <dgm:cxn modelId="{348D5FA8-5E22-47E9-A2F6-40223AC2F8A4}" type="presParOf" srcId="{0D86FFD2-AF1A-4BE7-BBC4-E28EA388F6C8}" destId="{39B0E4F5-36E9-4FBD-9B11-B2257CAC1548}" srcOrd="2" destOrd="0" presId="urn:microsoft.com/office/officeart/2005/8/layout/hierarchy1"/>
    <dgm:cxn modelId="{73B86698-3DD7-4F9A-8CF9-8254DE7D81D2}" type="presParOf" srcId="{0D86FFD2-AF1A-4BE7-BBC4-E28EA388F6C8}" destId="{2B497149-AE9D-4B84-87D1-2E3334B8F511}" srcOrd="3" destOrd="0" presId="urn:microsoft.com/office/officeart/2005/8/layout/hierarchy1"/>
    <dgm:cxn modelId="{869A6BF5-7B2E-41CA-A322-D20D54239FA6}" type="presParOf" srcId="{2B497149-AE9D-4B84-87D1-2E3334B8F511}" destId="{473489F2-C586-4E1D-80D6-DFA2B2329D42}" srcOrd="0" destOrd="0" presId="urn:microsoft.com/office/officeart/2005/8/layout/hierarchy1"/>
    <dgm:cxn modelId="{38141D54-6623-4BEE-9B1B-54B570271B26}" type="presParOf" srcId="{473489F2-C586-4E1D-80D6-DFA2B2329D42}" destId="{9F62776A-FFBF-41E6-A24E-2D128676781A}" srcOrd="0" destOrd="0" presId="urn:microsoft.com/office/officeart/2005/8/layout/hierarchy1"/>
    <dgm:cxn modelId="{0D12E131-226B-4DF9-8EF2-0D6F8F660B1D}" type="presParOf" srcId="{473489F2-C586-4E1D-80D6-DFA2B2329D42}" destId="{F956F271-A3EF-45FB-92FC-48345EAB0236}" srcOrd="1" destOrd="0" presId="urn:microsoft.com/office/officeart/2005/8/layout/hierarchy1"/>
    <dgm:cxn modelId="{526CAB32-C31B-4788-8953-DB972E328DEF}" type="presParOf" srcId="{2B497149-AE9D-4B84-87D1-2E3334B8F511}" destId="{34466088-597B-4D8D-BA90-87F67FD2A193}" srcOrd="1" destOrd="0" presId="urn:microsoft.com/office/officeart/2005/8/layout/hierarchy1"/>
    <dgm:cxn modelId="{F91ACAC1-AC21-4B23-A625-A44480BFF373}" type="presParOf" srcId="{0D86FFD2-AF1A-4BE7-BBC4-E28EA388F6C8}" destId="{854E1890-7505-48D8-9186-8F88E4B4BBF9}" srcOrd="4" destOrd="0" presId="urn:microsoft.com/office/officeart/2005/8/layout/hierarchy1"/>
    <dgm:cxn modelId="{F26DBEB7-25F7-4AAA-9243-F5F0544B3934}" type="presParOf" srcId="{0D86FFD2-AF1A-4BE7-BBC4-E28EA388F6C8}" destId="{52C797E3-5D3F-41D2-90BE-E41DC78771D1}" srcOrd="5" destOrd="0" presId="urn:microsoft.com/office/officeart/2005/8/layout/hierarchy1"/>
    <dgm:cxn modelId="{1BE09DF9-AB4D-487C-B2EA-C12496DA405F}" type="presParOf" srcId="{52C797E3-5D3F-41D2-90BE-E41DC78771D1}" destId="{61346739-B4D1-4D76-8B4B-EE7C6B6A136D}" srcOrd="0" destOrd="0" presId="urn:microsoft.com/office/officeart/2005/8/layout/hierarchy1"/>
    <dgm:cxn modelId="{E12ECEE5-41A6-40EC-A84D-54E41D6E06A8}" type="presParOf" srcId="{61346739-B4D1-4D76-8B4B-EE7C6B6A136D}" destId="{7CB75C58-59EF-409F-8B8E-6DDD14C8F2B4}" srcOrd="0" destOrd="0" presId="urn:microsoft.com/office/officeart/2005/8/layout/hierarchy1"/>
    <dgm:cxn modelId="{FD65330D-44E8-49E3-99CF-1563E1BF5D3B}" type="presParOf" srcId="{61346739-B4D1-4D76-8B4B-EE7C6B6A136D}" destId="{AEB32B89-7CE7-4F38-BA96-B61E478C527F}" srcOrd="1" destOrd="0" presId="urn:microsoft.com/office/officeart/2005/8/layout/hierarchy1"/>
    <dgm:cxn modelId="{DC3CD7D1-42AB-46EE-81D2-6861F7A71618}" type="presParOf" srcId="{52C797E3-5D3F-41D2-90BE-E41DC78771D1}" destId="{C4869CA6-A7FF-4FBD-B9C7-19486BC073AE}" srcOrd="1" destOrd="0" presId="urn:microsoft.com/office/officeart/2005/8/layout/hierarchy1"/>
    <dgm:cxn modelId="{2E7C82E6-C8CB-4278-A5E9-1B72DB1863EB}" type="presParOf" srcId="{6A73EBCF-4A55-483C-B6E5-7B6A9049162C}" destId="{B82519A1-4F4B-4734-A082-79BB710105A6}" srcOrd="1" destOrd="0" presId="urn:microsoft.com/office/officeart/2005/8/layout/hierarchy1"/>
    <dgm:cxn modelId="{ED5D710D-A73C-40B3-A033-3878D2E8960A}" type="presParOf" srcId="{B82519A1-4F4B-4734-A082-79BB710105A6}" destId="{187471BB-5F9D-4097-A796-40990A814609}" srcOrd="0" destOrd="0" presId="urn:microsoft.com/office/officeart/2005/8/layout/hierarchy1"/>
    <dgm:cxn modelId="{3056E56A-F7D0-4AB3-B5CC-6AA9D1E3BB84}" type="presParOf" srcId="{187471BB-5F9D-4097-A796-40990A814609}" destId="{9B5F9353-46F5-4D73-A708-F61943003A82}" srcOrd="0" destOrd="0" presId="urn:microsoft.com/office/officeart/2005/8/layout/hierarchy1"/>
    <dgm:cxn modelId="{65ADF43D-DA4F-4965-9084-098214A576AA}" type="presParOf" srcId="{187471BB-5F9D-4097-A796-40990A814609}" destId="{0D3F06D6-8050-429B-B38C-DADFA22256D0}" srcOrd="1" destOrd="0" presId="urn:microsoft.com/office/officeart/2005/8/layout/hierarchy1"/>
    <dgm:cxn modelId="{A98A620A-2D26-48BD-AC02-CF1598D6382E}" type="presParOf" srcId="{B82519A1-4F4B-4734-A082-79BB710105A6}" destId="{71305F71-02E6-4546-BA56-A08E01B212B9}" srcOrd="1" destOrd="0" presId="urn:microsoft.com/office/officeart/2005/8/layout/hierarchy1"/>
    <dgm:cxn modelId="{B1BE8896-129C-4972-A3D8-B92BAB3FED8C}" type="presParOf" srcId="{71305F71-02E6-4546-BA56-A08E01B212B9}" destId="{D61CD065-EA2E-4374-A149-CCA8E71480AC}" srcOrd="0" destOrd="0" presId="urn:microsoft.com/office/officeart/2005/8/layout/hierarchy1"/>
    <dgm:cxn modelId="{D28BB6E6-C92E-4C53-8EED-787353F7F061}" type="presParOf" srcId="{71305F71-02E6-4546-BA56-A08E01B212B9}" destId="{C9B8B081-EF5D-46EA-AB5E-ADB32F54E1B0}" srcOrd="1" destOrd="0" presId="urn:microsoft.com/office/officeart/2005/8/layout/hierarchy1"/>
    <dgm:cxn modelId="{F05EE985-41D8-40D5-A863-C239D3BD5F0F}" type="presParOf" srcId="{C9B8B081-EF5D-46EA-AB5E-ADB32F54E1B0}" destId="{A3583358-A059-41E6-A1D9-D5064BEA3852}" srcOrd="0" destOrd="0" presId="urn:microsoft.com/office/officeart/2005/8/layout/hierarchy1"/>
    <dgm:cxn modelId="{F1524002-C27E-417B-914B-B1D327F9D1E7}" type="presParOf" srcId="{A3583358-A059-41E6-A1D9-D5064BEA3852}" destId="{D82A10B1-90A9-4A03-A282-8B1EC596D226}" srcOrd="0" destOrd="0" presId="urn:microsoft.com/office/officeart/2005/8/layout/hierarchy1"/>
    <dgm:cxn modelId="{9B422E7D-93E7-4864-9704-84E4ED35CAE4}" type="presParOf" srcId="{A3583358-A059-41E6-A1D9-D5064BEA3852}" destId="{EEBD5A8D-89AC-4B3D-AA54-3E719A1EDB5E}" srcOrd="1" destOrd="0" presId="urn:microsoft.com/office/officeart/2005/8/layout/hierarchy1"/>
    <dgm:cxn modelId="{A3B5F695-2DF7-46EA-8ECD-C1DFBAF923E9}" type="presParOf" srcId="{C9B8B081-EF5D-46EA-AB5E-ADB32F54E1B0}" destId="{181BC368-88CC-4B9D-8464-425C12FFAFF5}" srcOrd="1" destOrd="0" presId="urn:microsoft.com/office/officeart/2005/8/layout/hierarchy1"/>
    <dgm:cxn modelId="{3B81A44C-F0DD-4FCC-B97E-A425A782A80A}" type="presParOf" srcId="{71305F71-02E6-4546-BA56-A08E01B212B9}" destId="{2B58EF68-BB0A-48C4-9300-915AE97CB118}" srcOrd="2" destOrd="0" presId="urn:microsoft.com/office/officeart/2005/8/layout/hierarchy1"/>
    <dgm:cxn modelId="{768B8338-2096-4E97-8BD7-91EB3327C1CC}" type="presParOf" srcId="{71305F71-02E6-4546-BA56-A08E01B212B9}" destId="{24A17231-BABC-4B4C-91FE-8D4D2D6348C7}" srcOrd="3" destOrd="0" presId="urn:microsoft.com/office/officeart/2005/8/layout/hierarchy1"/>
    <dgm:cxn modelId="{F3225D9F-5808-45B9-BD8A-8247467B9FF3}" type="presParOf" srcId="{24A17231-BABC-4B4C-91FE-8D4D2D6348C7}" destId="{22A532AB-10EC-4576-A585-981C0C77B5D3}" srcOrd="0" destOrd="0" presId="urn:microsoft.com/office/officeart/2005/8/layout/hierarchy1"/>
    <dgm:cxn modelId="{7C13C839-E2F0-4339-84FA-65A9F3475274}" type="presParOf" srcId="{22A532AB-10EC-4576-A585-981C0C77B5D3}" destId="{BD90511F-1B36-4AE8-8F43-C9EB5EBD48F9}" srcOrd="0" destOrd="0" presId="urn:microsoft.com/office/officeart/2005/8/layout/hierarchy1"/>
    <dgm:cxn modelId="{17914EC1-3D10-4893-891D-E85DB2B8B050}" type="presParOf" srcId="{22A532AB-10EC-4576-A585-981C0C77B5D3}" destId="{8C40D38C-E8F1-4F63-A07C-5EAF3A0260FE}" srcOrd="1" destOrd="0" presId="urn:microsoft.com/office/officeart/2005/8/layout/hierarchy1"/>
    <dgm:cxn modelId="{48287566-B57E-445F-B9C3-57FF079A76CE}" type="presParOf" srcId="{24A17231-BABC-4B4C-91FE-8D4D2D6348C7}" destId="{CBDCC5C5-7DDC-4E65-BAE4-7CBDE6B9297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CAFEA28-43D8-4D98-A892-C6FCCA06DA83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A39DC22-7773-4F86-9204-299E9D034FDE}">
      <dgm:prSet/>
      <dgm:spPr/>
      <dgm:t>
        <a:bodyPr/>
        <a:lstStyle/>
        <a:p>
          <a:r>
            <a:rPr lang="pl-PL" dirty="0"/>
            <a:t>Filtracja po artkułach (</a:t>
          </a:r>
          <a:r>
            <a:rPr lang="pl-PL" dirty="0" err="1"/>
            <a:t>pododbieństwo</a:t>
          </a:r>
          <a:r>
            <a:rPr lang="pl-PL" dirty="0"/>
            <a:t> cosinusowe)</a:t>
          </a:r>
          <a:endParaRPr lang="en-US" dirty="0"/>
        </a:p>
      </dgm:t>
    </dgm:pt>
    <dgm:pt modelId="{78FCB9A0-C3F9-4AC6-A751-0F69C8D035C7}" type="parTrans" cxnId="{D8A1464C-6ECB-4A7A-BBD9-E41355EA787D}">
      <dgm:prSet/>
      <dgm:spPr/>
      <dgm:t>
        <a:bodyPr/>
        <a:lstStyle/>
        <a:p>
          <a:endParaRPr lang="en-US"/>
        </a:p>
      </dgm:t>
    </dgm:pt>
    <dgm:pt modelId="{3CF517E7-48F5-4C8E-8834-8C07E3660057}" type="sibTrans" cxnId="{D8A1464C-6ECB-4A7A-BBD9-E41355EA787D}">
      <dgm:prSet/>
      <dgm:spPr/>
      <dgm:t>
        <a:bodyPr/>
        <a:lstStyle/>
        <a:p>
          <a:endParaRPr lang="en-US"/>
        </a:p>
      </dgm:t>
    </dgm:pt>
    <dgm:pt modelId="{20885D2E-3E06-473A-A1BD-468E89B6AB92}">
      <dgm:prSet/>
      <dgm:spPr/>
      <dgm:t>
        <a:bodyPr/>
        <a:lstStyle/>
        <a:p>
          <a:r>
            <a:rPr lang="pl-PL" dirty="0" err="1"/>
            <a:t>Preprocessing</a:t>
          </a:r>
          <a:r>
            <a:rPr lang="pl-PL" dirty="0"/>
            <a:t> + </a:t>
          </a:r>
          <a:r>
            <a:rPr lang="pl-PL" dirty="0" err="1"/>
            <a:t>lematyzacja</a:t>
          </a:r>
          <a:r>
            <a:rPr lang="pl-PL" dirty="0"/>
            <a:t> + usunięcie </a:t>
          </a:r>
          <a:r>
            <a:rPr lang="pl-PL" dirty="0" err="1"/>
            <a:t>stopwords</a:t>
          </a:r>
          <a:r>
            <a:rPr lang="pl-PL" dirty="0"/>
            <a:t>?</a:t>
          </a:r>
        </a:p>
      </dgm:t>
    </dgm:pt>
    <dgm:pt modelId="{FFAA86F3-9616-4701-ADF4-0A723E032D86}" type="sibTrans" cxnId="{8469145F-B076-4FC9-B1BC-8C5BD0B1C2D4}">
      <dgm:prSet/>
      <dgm:spPr/>
      <dgm:t>
        <a:bodyPr/>
        <a:lstStyle/>
        <a:p>
          <a:endParaRPr lang="en-US"/>
        </a:p>
      </dgm:t>
    </dgm:pt>
    <dgm:pt modelId="{8BEE4C32-319E-4408-B867-681EE53C7243}" type="parTrans" cxnId="{8469145F-B076-4FC9-B1BC-8C5BD0B1C2D4}">
      <dgm:prSet/>
      <dgm:spPr/>
      <dgm:t>
        <a:bodyPr/>
        <a:lstStyle/>
        <a:p>
          <a:endParaRPr lang="en-US"/>
        </a:p>
      </dgm:t>
    </dgm:pt>
    <dgm:pt modelId="{CF83BA45-0885-441F-9E21-F639565CFE4E}">
      <dgm:prSet/>
      <dgm:spPr/>
      <dgm:t>
        <a:bodyPr/>
        <a:lstStyle/>
        <a:p>
          <a:r>
            <a:rPr lang="pl-PL" dirty="0"/>
            <a:t>Filtracja po zdaniach z artykułu (a*</a:t>
          </a:r>
          <a:r>
            <a:rPr lang="pl-PL" dirty="0" err="1"/>
            <a:t>cos_sim</a:t>
          </a:r>
          <a:r>
            <a:rPr lang="pl-PL" dirty="0"/>
            <a:t> + b*</a:t>
          </a:r>
          <a:r>
            <a:rPr lang="pl-PL" dirty="0" err="1"/>
            <a:t>n_gram_sim</a:t>
          </a:r>
          <a:r>
            <a:rPr lang="pl-PL" dirty="0"/>
            <a:t>)</a:t>
          </a:r>
        </a:p>
      </dgm:t>
    </dgm:pt>
    <dgm:pt modelId="{5A839ED6-65AF-44E6-9C75-9D0417F8CF78}" type="parTrans" cxnId="{F817C5DB-771A-43F1-88A4-2F55D11C54B2}">
      <dgm:prSet/>
      <dgm:spPr/>
      <dgm:t>
        <a:bodyPr/>
        <a:lstStyle/>
        <a:p>
          <a:endParaRPr lang="pl-PL"/>
        </a:p>
      </dgm:t>
    </dgm:pt>
    <dgm:pt modelId="{95353F23-4746-4A04-8181-686D81838277}" type="sibTrans" cxnId="{F817C5DB-771A-43F1-88A4-2F55D11C54B2}">
      <dgm:prSet/>
      <dgm:spPr/>
      <dgm:t>
        <a:bodyPr/>
        <a:lstStyle/>
        <a:p>
          <a:endParaRPr lang="pl-PL"/>
        </a:p>
      </dgm:t>
    </dgm:pt>
    <dgm:pt modelId="{B5B60DA9-4B60-4F3A-BA28-AC4841411372}">
      <dgm:prSet/>
      <dgm:spPr/>
      <dgm:t>
        <a:bodyPr/>
        <a:lstStyle/>
        <a:p>
          <a:r>
            <a:rPr lang="pl-PL" dirty="0" err="1"/>
            <a:t>Wektoryzacja</a:t>
          </a:r>
          <a:r>
            <a:rPr lang="pl-PL" dirty="0"/>
            <a:t>/Gotowe </a:t>
          </a:r>
          <a:r>
            <a:rPr lang="pl-PL" dirty="0" err="1"/>
            <a:t>Embedingi</a:t>
          </a:r>
          <a:endParaRPr lang="pl-PL" dirty="0"/>
        </a:p>
      </dgm:t>
    </dgm:pt>
    <dgm:pt modelId="{5D9DCB79-F9FC-428E-9832-5C675AC275B8}" type="parTrans" cxnId="{1C8728CC-4A55-4D62-BDB2-6109F33DFC80}">
      <dgm:prSet/>
      <dgm:spPr/>
      <dgm:t>
        <a:bodyPr/>
        <a:lstStyle/>
        <a:p>
          <a:endParaRPr lang="pl-PL"/>
        </a:p>
      </dgm:t>
    </dgm:pt>
    <dgm:pt modelId="{60D57982-7249-45E1-B283-7BD294E7B099}" type="sibTrans" cxnId="{1C8728CC-4A55-4D62-BDB2-6109F33DFC80}">
      <dgm:prSet/>
      <dgm:spPr/>
      <dgm:t>
        <a:bodyPr/>
        <a:lstStyle/>
        <a:p>
          <a:endParaRPr lang="pl-PL"/>
        </a:p>
      </dgm:t>
    </dgm:pt>
    <dgm:pt modelId="{93F7BFC5-C442-489F-B4AE-427DFC57790E}" type="pres">
      <dgm:prSet presAssocID="{7CAFEA28-43D8-4D98-A892-C6FCCA06DA83}" presName="outerComposite" presStyleCnt="0">
        <dgm:presLayoutVars>
          <dgm:chMax val="5"/>
          <dgm:dir/>
          <dgm:resizeHandles val="exact"/>
        </dgm:presLayoutVars>
      </dgm:prSet>
      <dgm:spPr/>
    </dgm:pt>
    <dgm:pt modelId="{0B894F52-ABCB-4E8B-B05E-7F83CDD31B8A}" type="pres">
      <dgm:prSet presAssocID="{7CAFEA28-43D8-4D98-A892-C6FCCA06DA83}" presName="dummyMaxCanvas" presStyleCnt="0">
        <dgm:presLayoutVars/>
      </dgm:prSet>
      <dgm:spPr/>
    </dgm:pt>
    <dgm:pt modelId="{3FA926E4-C512-4171-B342-A760CD1D3719}" type="pres">
      <dgm:prSet presAssocID="{7CAFEA28-43D8-4D98-A892-C6FCCA06DA83}" presName="FourNodes_1" presStyleLbl="node1" presStyleIdx="0" presStyleCnt="4" custLinFactNeighborX="9" custLinFactNeighborY="-26158">
        <dgm:presLayoutVars>
          <dgm:bulletEnabled val="1"/>
        </dgm:presLayoutVars>
      </dgm:prSet>
      <dgm:spPr/>
    </dgm:pt>
    <dgm:pt modelId="{B5A9C3D6-1075-4849-BE75-546C8B26405F}" type="pres">
      <dgm:prSet presAssocID="{7CAFEA28-43D8-4D98-A892-C6FCCA06DA83}" presName="FourNodes_2" presStyleLbl="node1" presStyleIdx="1" presStyleCnt="4">
        <dgm:presLayoutVars>
          <dgm:bulletEnabled val="1"/>
        </dgm:presLayoutVars>
      </dgm:prSet>
      <dgm:spPr/>
    </dgm:pt>
    <dgm:pt modelId="{C62EB7FD-0578-4212-BB87-5B1A9F2823E8}" type="pres">
      <dgm:prSet presAssocID="{7CAFEA28-43D8-4D98-A892-C6FCCA06DA83}" presName="FourNodes_3" presStyleLbl="node1" presStyleIdx="2" presStyleCnt="4">
        <dgm:presLayoutVars>
          <dgm:bulletEnabled val="1"/>
        </dgm:presLayoutVars>
      </dgm:prSet>
      <dgm:spPr/>
    </dgm:pt>
    <dgm:pt modelId="{67BCB0E2-6F4F-4303-A470-C7A036C6D9B2}" type="pres">
      <dgm:prSet presAssocID="{7CAFEA28-43D8-4D98-A892-C6FCCA06DA83}" presName="FourNodes_4" presStyleLbl="node1" presStyleIdx="3" presStyleCnt="4">
        <dgm:presLayoutVars>
          <dgm:bulletEnabled val="1"/>
        </dgm:presLayoutVars>
      </dgm:prSet>
      <dgm:spPr/>
    </dgm:pt>
    <dgm:pt modelId="{0CD80982-7858-4194-8E43-BFD73FAD4940}" type="pres">
      <dgm:prSet presAssocID="{7CAFEA28-43D8-4D98-A892-C6FCCA06DA83}" presName="FourConn_1-2" presStyleLbl="fgAccFollowNode1" presStyleIdx="0" presStyleCnt="3">
        <dgm:presLayoutVars>
          <dgm:bulletEnabled val="1"/>
        </dgm:presLayoutVars>
      </dgm:prSet>
      <dgm:spPr/>
    </dgm:pt>
    <dgm:pt modelId="{36045C77-7989-4B6D-88FD-0EE9F6E914C5}" type="pres">
      <dgm:prSet presAssocID="{7CAFEA28-43D8-4D98-A892-C6FCCA06DA83}" presName="FourConn_2-3" presStyleLbl="fgAccFollowNode1" presStyleIdx="1" presStyleCnt="3">
        <dgm:presLayoutVars>
          <dgm:bulletEnabled val="1"/>
        </dgm:presLayoutVars>
      </dgm:prSet>
      <dgm:spPr/>
    </dgm:pt>
    <dgm:pt modelId="{35CA0826-4E86-4037-BE36-E9AAFAF7AFDE}" type="pres">
      <dgm:prSet presAssocID="{7CAFEA28-43D8-4D98-A892-C6FCCA06DA83}" presName="FourConn_3-4" presStyleLbl="fgAccFollowNode1" presStyleIdx="2" presStyleCnt="3">
        <dgm:presLayoutVars>
          <dgm:bulletEnabled val="1"/>
        </dgm:presLayoutVars>
      </dgm:prSet>
      <dgm:spPr/>
    </dgm:pt>
    <dgm:pt modelId="{1151F896-2EB5-4F17-A4AD-8F44E2EE2D65}" type="pres">
      <dgm:prSet presAssocID="{7CAFEA28-43D8-4D98-A892-C6FCCA06DA83}" presName="FourNodes_1_text" presStyleLbl="node1" presStyleIdx="3" presStyleCnt="4">
        <dgm:presLayoutVars>
          <dgm:bulletEnabled val="1"/>
        </dgm:presLayoutVars>
      </dgm:prSet>
      <dgm:spPr/>
    </dgm:pt>
    <dgm:pt modelId="{F7EE090A-980D-4C4D-8AEB-0A44F9C94021}" type="pres">
      <dgm:prSet presAssocID="{7CAFEA28-43D8-4D98-A892-C6FCCA06DA83}" presName="FourNodes_2_text" presStyleLbl="node1" presStyleIdx="3" presStyleCnt="4">
        <dgm:presLayoutVars>
          <dgm:bulletEnabled val="1"/>
        </dgm:presLayoutVars>
      </dgm:prSet>
      <dgm:spPr/>
    </dgm:pt>
    <dgm:pt modelId="{041539E5-9BE3-42DE-933D-E610C117E44B}" type="pres">
      <dgm:prSet presAssocID="{7CAFEA28-43D8-4D98-A892-C6FCCA06DA83}" presName="FourNodes_3_text" presStyleLbl="node1" presStyleIdx="3" presStyleCnt="4">
        <dgm:presLayoutVars>
          <dgm:bulletEnabled val="1"/>
        </dgm:presLayoutVars>
      </dgm:prSet>
      <dgm:spPr/>
    </dgm:pt>
    <dgm:pt modelId="{65A81BA5-7A7B-4F9C-99BF-C2958E525CBD}" type="pres">
      <dgm:prSet presAssocID="{7CAFEA28-43D8-4D98-A892-C6FCCA06DA83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77B91101-9AD0-4A00-8D4E-5B5798A76796}" type="presOf" srcId="{AA39DC22-7773-4F86-9204-299E9D034FDE}" destId="{C62EB7FD-0578-4212-BB87-5B1A9F2823E8}" srcOrd="0" destOrd="0" presId="urn:microsoft.com/office/officeart/2005/8/layout/vProcess5"/>
    <dgm:cxn modelId="{EF536807-9016-4939-BECE-56ABDB27B826}" type="presOf" srcId="{B5B60DA9-4B60-4F3A-BA28-AC4841411372}" destId="{F7EE090A-980D-4C4D-8AEB-0A44F9C94021}" srcOrd="1" destOrd="0" presId="urn:microsoft.com/office/officeart/2005/8/layout/vProcess5"/>
    <dgm:cxn modelId="{9CF18C08-FABA-4182-BD0D-FBF63A9DD819}" type="presOf" srcId="{CF83BA45-0885-441F-9E21-F639565CFE4E}" destId="{67BCB0E2-6F4F-4303-A470-C7A036C6D9B2}" srcOrd="0" destOrd="0" presId="urn:microsoft.com/office/officeart/2005/8/layout/vProcess5"/>
    <dgm:cxn modelId="{2ACF380A-8078-4AEA-BF45-58DE40D6F2FB}" type="presOf" srcId="{20885D2E-3E06-473A-A1BD-468E89B6AB92}" destId="{1151F896-2EB5-4F17-A4AD-8F44E2EE2D65}" srcOrd="1" destOrd="0" presId="urn:microsoft.com/office/officeart/2005/8/layout/vProcess5"/>
    <dgm:cxn modelId="{4AF5D92C-4B1D-4005-AD3C-2FF71067CAE1}" type="presOf" srcId="{3CF517E7-48F5-4C8E-8834-8C07E3660057}" destId="{35CA0826-4E86-4037-BE36-E9AAFAF7AFDE}" srcOrd="0" destOrd="0" presId="urn:microsoft.com/office/officeart/2005/8/layout/vProcess5"/>
    <dgm:cxn modelId="{27919A40-AB2F-4AFE-9DFF-6D369659FA5D}" type="presOf" srcId="{60D57982-7249-45E1-B283-7BD294E7B099}" destId="{36045C77-7989-4B6D-88FD-0EE9F6E914C5}" srcOrd="0" destOrd="0" presId="urn:microsoft.com/office/officeart/2005/8/layout/vProcess5"/>
    <dgm:cxn modelId="{8469145F-B076-4FC9-B1BC-8C5BD0B1C2D4}" srcId="{7CAFEA28-43D8-4D98-A892-C6FCCA06DA83}" destId="{20885D2E-3E06-473A-A1BD-468E89B6AB92}" srcOrd="0" destOrd="0" parTransId="{8BEE4C32-319E-4408-B867-681EE53C7243}" sibTransId="{FFAA86F3-9616-4701-ADF4-0A723E032D86}"/>
    <dgm:cxn modelId="{D8A1464C-6ECB-4A7A-BBD9-E41355EA787D}" srcId="{7CAFEA28-43D8-4D98-A892-C6FCCA06DA83}" destId="{AA39DC22-7773-4F86-9204-299E9D034FDE}" srcOrd="2" destOrd="0" parTransId="{78FCB9A0-C3F9-4AC6-A751-0F69C8D035C7}" sibTransId="{3CF517E7-48F5-4C8E-8834-8C07E3660057}"/>
    <dgm:cxn modelId="{6AB2948A-F8AE-4CC0-ABB5-09269EB47C0A}" type="presOf" srcId="{FFAA86F3-9616-4701-ADF4-0A723E032D86}" destId="{0CD80982-7858-4194-8E43-BFD73FAD4940}" srcOrd="0" destOrd="0" presId="urn:microsoft.com/office/officeart/2005/8/layout/vProcess5"/>
    <dgm:cxn modelId="{EAAA9B92-50AB-4850-A5AF-59C64582ABD3}" type="presOf" srcId="{7CAFEA28-43D8-4D98-A892-C6FCCA06DA83}" destId="{93F7BFC5-C442-489F-B4AE-427DFC57790E}" srcOrd="0" destOrd="0" presId="urn:microsoft.com/office/officeart/2005/8/layout/vProcess5"/>
    <dgm:cxn modelId="{2BD6DBB9-05E2-45B5-BB18-A623E9850F44}" type="presOf" srcId="{B5B60DA9-4B60-4F3A-BA28-AC4841411372}" destId="{B5A9C3D6-1075-4849-BE75-546C8B26405F}" srcOrd="0" destOrd="0" presId="urn:microsoft.com/office/officeart/2005/8/layout/vProcess5"/>
    <dgm:cxn modelId="{8E69C3BD-69C7-4322-BFAB-DF2ECF2016A6}" type="presOf" srcId="{AA39DC22-7773-4F86-9204-299E9D034FDE}" destId="{041539E5-9BE3-42DE-933D-E610C117E44B}" srcOrd="1" destOrd="0" presId="urn:microsoft.com/office/officeart/2005/8/layout/vProcess5"/>
    <dgm:cxn modelId="{1C8728CC-4A55-4D62-BDB2-6109F33DFC80}" srcId="{7CAFEA28-43D8-4D98-A892-C6FCCA06DA83}" destId="{B5B60DA9-4B60-4F3A-BA28-AC4841411372}" srcOrd="1" destOrd="0" parTransId="{5D9DCB79-F9FC-428E-9832-5C675AC275B8}" sibTransId="{60D57982-7249-45E1-B283-7BD294E7B099}"/>
    <dgm:cxn modelId="{F817C5DB-771A-43F1-88A4-2F55D11C54B2}" srcId="{7CAFEA28-43D8-4D98-A892-C6FCCA06DA83}" destId="{CF83BA45-0885-441F-9E21-F639565CFE4E}" srcOrd="3" destOrd="0" parTransId="{5A839ED6-65AF-44E6-9C75-9D0417F8CF78}" sibTransId="{95353F23-4746-4A04-8181-686D81838277}"/>
    <dgm:cxn modelId="{BAF3AFEA-4658-4C22-A957-E94531EBA3D7}" type="presOf" srcId="{CF83BA45-0885-441F-9E21-F639565CFE4E}" destId="{65A81BA5-7A7B-4F9C-99BF-C2958E525CBD}" srcOrd="1" destOrd="0" presId="urn:microsoft.com/office/officeart/2005/8/layout/vProcess5"/>
    <dgm:cxn modelId="{6DCC5DF5-2911-4CBC-9448-9010A42FB6FF}" type="presOf" srcId="{20885D2E-3E06-473A-A1BD-468E89B6AB92}" destId="{3FA926E4-C512-4171-B342-A760CD1D3719}" srcOrd="0" destOrd="0" presId="urn:microsoft.com/office/officeart/2005/8/layout/vProcess5"/>
    <dgm:cxn modelId="{4F7C9048-DD34-40BD-8D9D-6B4DB8783743}" type="presParOf" srcId="{93F7BFC5-C442-489F-B4AE-427DFC57790E}" destId="{0B894F52-ABCB-4E8B-B05E-7F83CDD31B8A}" srcOrd="0" destOrd="0" presId="urn:microsoft.com/office/officeart/2005/8/layout/vProcess5"/>
    <dgm:cxn modelId="{D0585DF5-00FF-431E-B1F0-600358DD47B7}" type="presParOf" srcId="{93F7BFC5-C442-489F-B4AE-427DFC57790E}" destId="{3FA926E4-C512-4171-B342-A760CD1D3719}" srcOrd="1" destOrd="0" presId="urn:microsoft.com/office/officeart/2005/8/layout/vProcess5"/>
    <dgm:cxn modelId="{A0A96DB0-E944-476E-968D-6F52E9A73D5E}" type="presParOf" srcId="{93F7BFC5-C442-489F-B4AE-427DFC57790E}" destId="{B5A9C3D6-1075-4849-BE75-546C8B26405F}" srcOrd="2" destOrd="0" presId="urn:microsoft.com/office/officeart/2005/8/layout/vProcess5"/>
    <dgm:cxn modelId="{54496A77-0C22-4CE4-A9EA-BE28C6100F76}" type="presParOf" srcId="{93F7BFC5-C442-489F-B4AE-427DFC57790E}" destId="{C62EB7FD-0578-4212-BB87-5B1A9F2823E8}" srcOrd="3" destOrd="0" presId="urn:microsoft.com/office/officeart/2005/8/layout/vProcess5"/>
    <dgm:cxn modelId="{1B11E8E5-ABB8-401E-A9AE-7C26A85E61DF}" type="presParOf" srcId="{93F7BFC5-C442-489F-B4AE-427DFC57790E}" destId="{67BCB0E2-6F4F-4303-A470-C7A036C6D9B2}" srcOrd="4" destOrd="0" presId="urn:microsoft.com/office/officeart/2005/8/layout/vProcess5"/>
    <dgm:cxn modelId="{A06CE50C-CF64-4C38-80F1-C24A2585FFA3}" type="presParOf" srcId="{93F7BFC5-C442-489F-B4AE-427DFC57790E}" destId="{0CD80982-7858-4194-8E43-BFD73FAD4940}" srcOrd="5" destOrd="0" presId="urn:microsoft.com/office/officeart/2005/8/layout/vProcess5"/>
    <dgm:cxn modelId="{8504420F-243B-42E4-BD98-77B3994C9909}" type="presParOf" srcId="{93F7BFC5-C442-489F-B4AE-427DFC57790E}" destId="{36045C77-7989-4B6D-88FD-0EE9F6E914C5}" srcOrd="6" destOrd="0" presId="urn:microsoft.com/office/officeart/2005/8/layout/vProcess5"/>
    <dgm:cxn modelId="{3E2E8C7D-0CB7-4C95-BE22-8621041AC793}" type="presParOf" srcId="{93F7BFC5-C442-489F-B4AE-427DFC57790E}" destId="{35CA0826-4E86-4037-BE36-E9AAFAF7AFDE}" srcOrd="7" destOrd="0" presId="urn:microsoft.com/office/officeart/2005/8/layout/vProcess5"/>
    <dgm:cxn modelId="{C9B134D7-3D03-4D37-B376-3B5CDE254480}" type="presParOf" srcId="{93F7BFC5-C442-489F-B4AE-427DFC57790E}" destId="{1151F896-2EB5-4F17-A4AD-8F44E2EE2D65}" srcOrd="8" destOrd="0" presId="urn:microsoft.com/office/officeart/2005/8/layout/vProcess5"/>
    <dgm:cxn modelId="{3D0465E2-F9C5-41D2-9F4A-A98826E20313}" type="presParOf" srcId="{93F7BFC5-C442-489F-B4AE-427DFC57790E}" destId="{F7EE090A-980D-4C4D-8AEB-0A44F9C94021}" srcOrd="9" destOrd="0" presId="urn:microsoft.com/office/officeart/2005/8/layout/vProcess5"/>
    <dgm:cxn modelId="{F19C0258-1A67-444D-A5E6-D85F1026F766}" type="presParOf" srcId="{93F7BFC5-C442-489F-B4AE-427DFC57790E}" destId="{041539E5-9BE3-42DE-933D-E610C117E44B}" srcOrd="10" destOrd="0" presId="urn:microsoft.com/office/officeart/2005/8/layout/vProcess5"/>
    <dgm:cxn modelId="{9E9DA575-22E0-4BB4-8C54-2C9E061832AA}" type="presParOf" srcId="{93F7BFC5-C442-489F-B4AE-427DFC57790E}" destId="{65A81BA5-7A7B-4F9C-99BF-C2958E525CBD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58EF68-BB0A-48C4-9300-915AE97CB118}">
      <dsp:nvSpPr>
        <dsp:cNvPr id="0" name=""/>
        <dsp:cNvSpPr/>
      </dsp:nvSpPr>
      <dsp:spPr>
        <a:xfrm>
          <a:off x="8103478" y="1461041"/>
          <a:ext cx="1036046" cy="4930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6008"/>
              </a:lnTo>
              <a:lnTo>
                <a:pt x="1036046" y="336008"/>
              </a:lnTo>
              <a:lnTo>
                <a:pt x="1036046" y="493063"/>
              </a:lnTo>
            </a:path>
          </a:pathLst>
        </a:custGeom>
        <a:noFill/>
        <a:ln w="12700" cap="flat" cmpd="sng" algn="in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1CD065-EA2E-4374-A149-CCA8E71480AC}">
      <dsp:nvSpPr>
        <dsp:cNvPr id="0" name=""/>
        <dsp:cNvSpPr/>
      </dsp:nvSpPr>
      <dsp:spPr>
        <a:xfrm>
          <a:off x="7067431" y="1461041"/>
          <a:ext cx="1036046" cy="493063"/>
        </a:xfrm>
        <a:custGeom>
          <a:avLst/>
          <a:gdLst/>
          <a:ahLst/>
          <a:cxnLst/>
          <a:rect l="0" t="0" r="0" b="0"/>
          <a:pathLst>
            <a:path>
              <a:moveTo>
                <a:pt x="1036046" y="0"/>
              </a:moveTo>
              <a:lnTo>
                <a:pt x="1036046" y="336008"/>
              </a:lnTo>
              <a:lnTo>
                <a:pt x="0" y="336008"/>
              </a:lnTo>
              <a:lnTo>
                <a:pt x="0" y="493063"/>
              </a:lnTo>
            </a:path>
          </a:pathLst>
        </a:custGeom>
        <a:noFill/>
        <a:ln w="12700" cap="flat" cmpd="sng" algn="in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54E1890-7505-48D8-9186-8F88E4B4BBF9}">
      <dsp:nvSpPr>
        <dsp:cNvPr id="0" name=""/>
        <dsp:cNvSpPr/>
      </dsp:nvSpPr>
      <dsp:spPr>
        <a:xfrm>
          <a:off x="2923246" y="1461041"/>
          <a:ext cx="2072092" cy="4930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6008"/>
              </a:lnTo>
              <a:lnTo>
                <a:pt x="2072092" y="336008"/>
              </a:lnTo>
              <a:lnTo>
                <a:pt x="2072092" y="493063"/>
              </a:lnTo>
            </a:path>
          </a:pathLst>
        </a:custGeom>
        <a:noFill/>
        <a:ln w="12700" cap="flat" cmpd="sng" algn="in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B0E4F5-36E9-4FBD-9B11-B2257CAC1548}">
      <dsp:nvSpPr>
        <dsp:cNvPr id="0" name=""/>
        <dsp:cNvSpPr/>
      </dsp:nvSpPr>
      <dsp:spPr>
        <a:xfrm>
          <a:off x="2877526" y="1461041"/>
          <a:ext cx="91440" cy="49306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93063"/>
              </a:lnTo>
            </a:path>
          </a:pathLst>
        </a:custGeom>
        <a:noFill/>
        <a:ln w="12700" cap="flat" cmpd="sng" algn="in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2F6A2D-46A2-412E-A503-85E165D51F03}">
      <dsp:nvSpPr>
        <dsp:cNvPr id="0" name=""/>
        <dsp:cNvSpPr/>
      </dsp:nvSpPr>
      <dsp:spPr>
        <a:xfrm>
          <a:off x="851153" y="1461041"/>
          <a:ext cx="2072092" cy="493063"/>
        </a:xfrm>
        <a:custGeom>
          <a:avLst/>
          <a:gdLst/>
          <a:ahLst/>
          <a:cxnLst/>
          <a:rect l="0" t="0" r="0" b="0"/>
          <a:pathLst>
            <a:path>
              <a:moveTo>
                <a:pt x="2072092" y="0"/>
              </a:moveTo>
              <a:lnTo>
                <a:pt x="2072092" y="336008"/>
              </a:lnTo>
              <a:lnTo>
                <a:pt x="0" y="336008"/>
              </a:lnTo>
              <a:lnTo>
                <a:pt x="0" y="493063"/>
              </a:lnTo>
            </a:path>
          </a:pathLst>
        </a:custGeom>
        <a:noFill/>
        <a:ln w="12700" cap="flat" cmpd="sng" algn="in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0551A8-3654-4853-B138-542FE883ECF4}">
      <dsp:nvSpPr>
        <dsp:cNvPr id="0" name=""/>
        <dsp:cNvSpPr/>
      </dsp:nvSpPr>
      <dsp:spPr>
        <a:xfrm>
          <a:off x="2075571" y="384494"/>
          <a:ext cx="1695348" cy="10765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0956AA-C15D-4F69-A0FE-BA9E71A9706C}">
      <dsp:nvSpPr>
        <dsp:cNvPr id="0" name=""/>
        <dsp:cNvSpPr/>
      </dsp:nvSpPr>
      <dsp:spPr>
        <a:xfrm>
          <a:off x="2263943" y="563448"/>
          <a:ext cx="1695348" cy="10765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800" kern="1200" dirty="0" err="1"/>
            <a:t>Wektoryzatory</a:t>
          </a:r>
          <a:r>
            <a:rPr lang="pl-PL" sz="1800" kern="1200" dirty="0"/>
            <a:t> </a:t>
          </a:r>
          <a:endParaRPr lang="en-US" sz="1800" kern="1200" dirty="0"/>
        </a:p>
      </dsp:txBody>
      <dsp:txXfrm>
        <a:off x="2295474" y="594979"/>
        <a:ext cx="1632286" cy="1013484"/>
      </dsp:txXfrm>
    </dsp:sp>
    <dsp:sp modelId="{2707337F-3560-498B-8606-5E6A25A9F55F}">
      <dsp:nvSpPr>
        <dsp:cNvPr id="0" name=""/>
        <dsp:cNvSpPr/>
      </dsp:nvSpPr>
      <dsp:spPr>
        <a:xfrm>
          <a:off x="3479" y="1954105"/>
          <a:ext cx="1695348" cy="107654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F66ED6-0113-400B-9EC8-9000F8D79757}">
      <dsp:nvSpPr>
        <dsp:cNvPr id="0" name=""/>
        <dsp:cNvSpPr/>
      </dsp:nvSpPr>
      <dsp:spPr>
        <a:xfrm>
          <a:off x="191851" y="2133058"/>
          <a:ext cx="1695348" cy="10765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800" kern="1200" dirty="0"/>
            <a:t>Set of  </a:t>
          </a:r>
          <a:r>
            <a:rPr lang="pl-PL" sz="1800" kern="1200" dirty="0" err="1"/>
            <a:t>Words</a:t>
          </a:r>
          <a:r>
            <a:rPr lang="pl-PL" sz="1800" kern="1200" dirty="0"/>
            <a:t> ~0.47%</a:t>
          </a:r>
          <a:endParaRPr lang="en-US" sz="1800" kern="1200" dirty="0"/>
        </a:p>
      </dsp:txBody>
      <dsp:txXfrm>
        <a:off x="223382" y="2164589"/>
        <a:ext cx="1632286" cy="1013484"/>
      </dsp:txXfrm>
    </dsp:sp>
    <dsp:sp modelId="{9F62776A-FFBF-41E6-A24E-2D128676781A}">
      <dsp:nvSpPr>
        <dsp:cNvPr id="0" name=""/>
        <dsp:cNvSpPr/>
      </dsp:nvSpPr>
      <dsp:spPr>
        <a:xfrm>
          <a:off x="2075571" y="1954105"/>
          <a:ext cx="1695348" cy="107654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56F271-A3EF-45FB-92FC-48345EAB0236}">
      <dsp:nvSpPr>
        <dsp:cNvPr id="0" name=""/>
        <dsp:cNvSpPr/>
      </dsp:nvSpPr>
      <dsp:spPr>
        <a:xfrm>
          <a:off x="2263943" y="2133058"/>
          <a:ext cx="1695348" cy="10765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800" kern="1200" dirty="0" err="1"/>
            <a:t>Bag</a:t>
          </a:r>
          <a:r>
            <a:rPr lang="pl-PL" sz="1800" kern="1200" dirty="0"/>
            <a:t> of  </a:t>
          </a:r>
          <a:r>
            <a:rPr lang="pl-PL" sz="1800" kern="1200" dirty="0" err="1"/>
            <a:t>Words</a:t>
          </a:r>
          <a:r>
            <a:rPr lang="pl-PL" sz="1800" kern="1200" dirty="0"/>
            <a:t> ~0.42%</a:t>
          </a:r>
          <a:endParaRPr lang="en-US" sz="1800" kern="1200" dirty="0"/>
        </a:p>
      </dsp:txBody>
      <dsp:txXfrm>
        <a:off x="2295474" y="2164589"/>
        <a:ext cx="1632286" cy="1013484"/>
      </dsp:txXfrm>
    </dsp:sp>
    <dsp:sp modelId="{7CB75C58-59EF-409F-8B8E-6DDD14C8F2B4}">
      <dsp:nvSpPr>
        <dsp:cNvPr id="0" name=""/>
        <dsp:cNvSpPr/>
      </dsp:nvSpPr>
      <dsp:spPr>
        <a:xfrm>
          <a:off x="4147664" y="1954105"/>
          <a:ext cx="1695348" cy="107654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B32B89-7CE7-4F38-BA96-B61E478C527F}">
      <dsp:nvSpPr>
        <dsp:cNvPr id="0" name=""/>
        <dsp:cNvSpPr/>
      </dsp:nvSpPr>
      <dsp:spPr>
        <a:xfrm>
          <a:off x="4336036" y="2133058"/>
          <a:ext cx="1695348" cy="10765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800" kern="1200" dirty="0"/>
            <a:t>TF-IDF   ~0.47%</a:t>
          </a:r>
          <a:endParaRPr lang="en-US" sz="1800" kern="1200" dirty="0"/>
        </a:p>
      </dsp:txBody>
      <dsp:txXfrm>
        <a:off x="4367567" y="2164589"/>
        <a:ext cx="1632286" cy="1013484"/>
      </dsp:txXfrm>
    </dsp:sp>
    <dsp:sp modelId="{9B5F9353-46F5-4D73-A708-F61943003A82}">
      <dsp:nvSpPr>
        <dsp:cNvPr id="0" name=""/>
        <dsp:cNvSpPr/>
      </dsp:nvSpPr>
      <dsp:spPr>
        <a:xfrm>
          <a:off x="7255803" y="384494"/>
          <a:ext cx="1695348" cy="10765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3F06D6-8050-429B-B38C-DADFA22256D0}">
      <dsp:nvSpPr>
        <dsp:cNvPr id="0" name=""/>
        <dsp:cNvSpPr/>
      </dsp:nvSpPr>
      <dsp:spPr>
        <a:xfrm>
          <a:off x="7444175" y="563448"/>
          <a:ext cx="1695348" cy="10765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800" kern="1200" dirty="0"/>
            <a:t>Gotowe </a:t>
          </a:r>
          <a:r>
            <a:rPr lang="pl-PL" sz="1800" kern="1200" dirty="0" err="1"/>
            <a:t>Embeddingi</a:t>
          </a:r>
          <a:endParaRPr lang="en-US" sz="1800" kern="1200" dirty="0"/>
        </a:p>
      </dsp:txBody>
      <dsp:txXfrm>
        <a:off x="7475706" y="594979"/>
        <a:ext cx="1632286" cy="1013484"/>
      </dsp:txXfrm>
    </dsp:sp>
    <dsp:sp modelId="{D82A10B1-90A9-4A03-A282-8B1EC596D226}">
      <dsp:nvSpPr>
        <dsp:cNvPr id="0" name=""/>
        <dsp:cNvSpPr/>
      </dsp:nvSpPr>
      <dsp:spPr>
        <a:xfrm>
          <a:off x="6219757" y="1954105"/>
          <a:ext cx="1695348" cy="107654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BD5A8D-89AC-4B3D-AA54-3E719A1EDB5E}">
      <dsp:nvSpPr>
        <dsp:cNvPr id="0" name=""/>
        <dsp:cNvSpPr/>
      </dsp:nvSpPr>
      <dsp:spPr>
        <a:xfrm>
          <a:off x="6408129" y="2133058"/>
          <a:ext cx="1695348" cy="10765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800" kern="1200" dirty="0" err="1"/>
            <a:t>spaCy</a:t>
          </a:r>
          <a:r>
            <a:rPr lang="pl-PL" sz="1800" kern="1200" dirty="0"/>
            <a:t> +normalizacja ~0.03%</a:t>
          </a:r>
          <a:endParaRPr lang="en-US" sz="1800" kern="1200" dirty="0"/>
        </a:p>
      </dsp:txBody>
      <dsp:txXfrm>
        <a:off x="6439660" y="2164589"/>
        <a:ext cx="1632286" cy="1013484"/>
      </dsp:txXfrm>
    </dsp:sp>
    <dsp:sp modelId="{BD90511F-1B36-4AE8-8F43-C9EB5EBD48F9}">
      <dsp:nvSpPr>
        <dsp:cNvPr id="0" name=""/>
        <dsp:cNvSpPr/>
      </dsp:nvSpPr>
      <dsp:spPr>
        <a:xfrm>
          <a:off x="8291850" y="1954105"/>
          <a:ext cx="1695348" cy="107654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40D38C-E8F1-4F63-A07C-5EAF3A0260FE}">
      <dsp:nvSpPr>
        <dsp:cNvPr id="0" name=""/>
        <dsp:cNvSpPr/>
      </dsp:nvSpPr>
      <dsp:spPr>
        <a:xfrm>
          <a:off x="8480222" y="2133058"/>
          <a:ext cx="1695348" cy="10765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800" kern="1200" dirty="0" err="1"/>
            <a:t>spaCy</a:t>
          </a:r>
          <a:r>
            <a:rPr lang="pl-PL" sz="1800" kern="1200" dirty="0"/>
            <a:t> + TF-IDF + regresja </a:t>
          </a:r>
          <a:r>
            <a:rPr lang="pl-PL" sz="1800" kern="1200" dirty="0" err="1"/>
            <a:t>logisyczna</a:t>
          </a:r>
          <a:r>
            <a:rPr lang="pl-PL" sz="1800" kern="1200" dirty="0"/>
            <a:t>???</a:t>
          </a:r>
          <a:endParaRPr lang="en-US" sz="1800" kern="1200" dirty="0"/>
        </a:p>
      </dsp:txBody>
      <dsp:txXfrm>
        <a:off x="8511753" y="2164589"/>
        <a:ext cx="1632286" cy="10134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A926E4-C512-4171-B342-A760CD1D3719}">
      <dsp:nvSpPr>
        <dsp:cNvPr id="0" name=""/>
        <dsp:cNvSpPr/>
      </dsp:nvSpPr>
      <dsp:spPr>
        <a:xfrm>
          <a:off x="732" y="0"/>
          <a:ext cx="8143240" cy="790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100" kern="1200" dirty="0" err="1"/>
            <a:t>Preprocessing</a:t>
          </a:r>
          <a:r>
            <a:rPr lang="pl-PL" sz="2100" kern="1200" dirty="0"/>
            <a:t> + </a:t>
          </a:r>
          <a:r>
            <a:rPr lang="pl-PL" sz="2100" kern="1200" dirty="0" err="1"/>
            <a:t>lematyzacja</a:t>
          </a:r>
          <a:r>
            <a:rPr lang="pl-PL" sz="2100" kern="1200" dirty="0"/>
            <a:t> + usunięcie </a:t>
          </a:r>
          <a:r>
            <a:rPr lang="pl-PL" sz="2100" kern="1200" dirty="0" err="1"/>
            <a:t>stopwords</a:t>
          </a:r>
          <a:r>
            <a:rPr lang="pl-PL" sz="2100" kern="1200" dirty="0"/>
            <a:t>?</a:t>
          </a:r>
        </a:p>
      </dsp:txBody>
      <dsp:txXfrm>
        <a:off x="23891" y="23159"/>
        <a:ext cx="7223196" cy="744384"/>
      </dsp:txXfrm>
    </dsp:sp>
    <dsp:sp modelId="{B5A9C3D6-1075-4849-BE75-546C8B26405F}">
      <dsp:nvSpPr>
        <dsp:cNvPr id="0" name=""/>
        <dsp:cNvSpPr/>
      </dsp:nvSpPr>
      <dsp:spPr>
        <a:xfrm>
          <a:off x="681996" y="934466"/>
          <a:ext cx="8143240" cy="790702"/>
        </a:xfrm>
        <a:prstGeom prst="roundRect">
          <a:avLst>
            <a:gd name="adj" fmla="val 10000"/>
          </a:avLst>
        </a:prstGeom>
        <a:solidFill>
          <a:schemeClr val="accent2">
            <a:hueOff val="2079554"/>
            <a:satOff val="11835"/>
            <a:lumOff val="366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100" kern="1200" dirty="0" err="1"/>
            <a:t>Wektoryzacja</a:t>
          </a:r>
          <a:r>
            <a:rPr lang="pl-PL" sz="2100" kern="1200" dirty="0"/>
            <a:t>/Gotowe </a:t>
          </a:r>
          <a:r>
            <a:rPr lang="pl-PL" sz="2100" kern="1200" dirty="0" err="1"/>
            <a:t>Embedingi</a:t>
          </a:r>
          <a:endParaRPr lang="pl-PL" sz="2100" kern="1200" dirty="0"/>
        </a:p>
      </dsp:txBody>
      <dsp:txXfrm>
        <a:off x="705155" y="957625"/>
        <a:ext cx="6900969" cy="744384"/>
      </dsp:txXfrm>
    </dsp:sp>
    <dsp:sp modelId="{C62EB7FD-0578-4212-BB87-5B1A9F2823E8}">
      <dsp:nvSpPr>
        <dsp:cNvPr id="0" name=""/>
        <dsp:cNvSpPr/>
      </dsp:nvSpPr>
      <dsp:spPr>
        <a:xfrm>
          <a:off x="1353813" y="1868932"/>
          <a:ext cx="8143240" cy="790702"/>
        </a:xfrm>
        <a:prstGeom prst="roundRect">
          <a:avLst>
            <a:gd name="adj" fmla="val 10000"/>
          </a:avLst>
        </a:prstGeom>
        <a:solidFill>
          <a:schemeClr val="accent2">
            <a:hueOff val="4159108"/>
            <a:satOff val="23669"/>
            <a:lumOff val="732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100" kern="1200" dirty="0"/>
            <a:t>Filtracja po artkułach (</a:t>
          </a:r>
          <a:r>
            <a:rPr lang="pl-PL" sz="2100" kern="1200" dirty="0" err="1"/>
            <a:t>pododbieństwo</a:t>
          </a:r>
          <a:r>
            <a:rPr lang="pl-PL" sz="2100" kern="1200" dirty="0"/>
            <a:t> cosinusowe)</a:t>
          </a:r>
          <a:endParaRPr lang="en-US" sz="2100" kern="1200" dirty="0"/>
        </a:p>
      </dsp:txBody>
      <dsp:txXfrm>
        <a:off x="1376972" y="1892091"/>
        <a:ext cx="6911148" cy="744384"/>
      </dsp:txXfrm>
    </dsp:sp>
    <dsp:sp modelId="{67BCB0E2-6F4F-4303-A470-C7A036C6D9B2}">
      <dsp:nvSpPr>
        <dsp:cNvPr id="0" name=""/>
        <dsp:cNvSpPr/>
      </dsp:nvSpPr>
      <dsp:spPr>
        <a:xfrm>
          <a:off x="2035809" y="2803397"/>
          <a:ext cx="8143240" cy="790702"/>
        </a:xfrm>
        <a:prstGeom prst="roundRect">
          <a:avLst>
            <a:gd name="adj" fmla="val 10000"/>
          </a:avLst>
        </a:prstGeom>
        <a:solidFill>
          <a:schemeClr val="accent2">
            <a:hueOff val="6238661"/>
            <a:satOff val="35504"/>
            <a:lumOff val="1098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100" kern="1200" dirty="0"/>
            <a:t>Filtracja po zdaniach z artykułu (a*</a:t>
          </a:r>
          <a:r>
            <a:rPr lang="pl-PL" sz="2100" kern="1200" dirty="0" err="1"/>
            <a:t>cos_sim</a:t>
          </a:r>
          <a:r>
            <a:rPr lang="pl-PL" sz="2100" kern="1200" dirty="0"/>
            <a:t> + b*</a:t>
          </a:r>
          <a:r>
            <a:rPr lang="pl-PL" sz="2100" kern="1200" dirty="0" err="1"/>
            <a:t>n_gram_sim</a:t>
          </a:r>
          <a:r>
            <a:rPr lang="pl-PL" sz="2100" kern="1200" dirty="0"/>
            <a:t>)</a:t>
          </a:r>
        </a:p>
      </dsp:txBody>
      <dsp:txXfrm>
        <a:off x="2058968" y="2826556"/>
        <a:ext cx="6900969" cy="744384"/>
      </dsp:txXfrm>
    </dsp:sp>
    <dsp:sp modelId="{0CD80982-7858-4194-8E43-BFD73FAD4940}">
      <dsp:nvSpPr>
        <dsp:cNvPr id="0" name=""/>
        <dsp:cNvSpPr/>
      </dsp:nvSpPr>
      <dsp:spPr>
        <a:xfrm>
          <a:off x="7629283" y="605605"/>
          <a:ext cx="513956" cy="51395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7744923" y="605605"/>
        <a:ext cx="282676" cy="386752"/>
      </dsp:txXfrm>
    </dsp:sp>
    <dsp:sp modelId="{36045C77-7989-4B6D-88FD-0EE9F6E914C5}">
      <dsp:nvSpPr>
        <dsp:cNvPr id="0" name=""/>
        <dsp:cNvSpPr/>
      </dsp:nvSpPr>
      <dsp:spPr>
        <a:xfrm>
          <a:off x="8311280" y="1540071"/>
          <a:ext cx="513956" cy="51395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105492"/>
            <a:satOff val="13536"/>
            <a:lumOff val="1472"/>
            <a:alphaOff val="0"/>
          </a:schemeClr>
        </a:solidFill>
        <a:ln w="12700" cap="flat" cmpd="sng" algn="in">
          <a:solidFill>
            <a:schemeClr val="accent2">
              <a:tint val="40000"/>
              <a:alpha val="90000"/>
              <a:hueOff val="3105492"/>
              <a:satOff val="13536"/>
              <a:lumOff val="147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l-PL" sz="2400" kern="1200"/>
        </a:p>
      </dsp:txBody>
      <dsp:txXfrm>
        <a:off x="8426920" y="1540071"/>
        <a:ext cx="282676" cy="386752"/>
      </dsp:txXfrm>
    </dsp:sp>
    <dsp:sp modelId="{35CA0826-4E86-4037-BE36-E9AAFAF7AFDE}">
      <dsp:nvSpPr>
        <dsp:cNvPr id="0" name=""/>
        <dsp:cNvSpPr/>
      </dsp:nvSpPr>
      <dsp:spPr>
        <a:xfrm>
          <a:off x="8983097" y="2474537"/>
          <a:ext cx="513956" cy="51395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210984"/>
            <a:satOff val="27072"/>
            <a:lumOff val="2943"/>
            <a:alphaOff val="0"/>
          </a:schemeClr>
        </a:solidFill>
        <a:ln w="12700" cap="flat" cmpd="sng" algn="in">
          <a:solidFill>
            <a:schemeClr val="accent2">
              <a:tint val="40000"/>
              <a:alpha val="90000"/>
              <a:hueOff val="6210984"/>
              <a:satOff val="27072"/>
              <a:lumOff val="294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9098737" y="2474537"/>
        <a:ext cx="282676" cy="3867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8A44F56-F089-4A43-8B0E-FDD56500960E}" type="datetimeFigureOut">
              <a:rPr lang="pl-PL" smtClean="0"/>
              <a:t>5.06.2025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3D6F8521-C1D7-4999-9E70-23E106E47EC7}" type="slidenum">
              <a:rPr lang="pl-PL" smtClean="0"/>
              <a:t>‹#›</a:t>
            </a:fld>
            <a:endParaRPr lang="pl-PL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45778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44F56-F089-4A43-8B0E-FDD56500960E}" type="datetimeFigureOut">
              <a:rPr lang="pl-PL" smtClean="0"/>
              <a:t>5.06.2025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F8521-C1D7-4999-9E70-23E106E47EC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09033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Nagłówek sekcji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8A44F56-F089-4A43-8B0E-FDD56500960E}" type="datetimeFigureOut">
              <a:rPr lang="pl-PL" smtClean="0"/>
              <a:t>5.06.2025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3D6F8521-C1D7-4999-9E70-23E106E47EC7}" type="slidenum">
              <a:rPr lang="pl-PL" smtClean="0"/>
              <a:t>‹#›</a:t>
            </a:fld>
            <a:endParaRPr lang="pl-PL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6118865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44F56-F089-4A43-8B0E-FDD56500960E}" type="datetimeFigureOut">
              <a:rPr lang="pl-PL" smtClean="0"/>
              <a:t>5.06.2025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F8521-C1D7-4999-9E70-23E106E47EC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566507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44F56-F089-4A43-8B0E-FDD56500960E}" type="datetimeFigureOut">
              <a:rPr lang="pl-PL" smtClean="0"/>
              <a:t>5.06.2025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F8521-C1D7-4999-9E70-23E106E47EC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615496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44F56-F089-4A43-8B0E-FDD56500960E}" type="datetimeFigureOut">
              <a:rPr lang="pl-PL" smtClean="0"/>
              <a:t>5.06.2025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F8521-C1D7-4999-9E70-23E106E47EC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12989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44F56-F089-4A43-8B0E-FDD56500960E}" type="datetimeFigureOut">
              <a:rPr lang="pl-PL" smtClean="0"/>
              <a:t>5.06.2025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F8521-C1D7-4999-9E70-23E106E47EC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52295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C8A44F56-F089-4A43-8B0E-FDD56500960E}" type="datetimeFigureOut">
              <a:rPr lang="pl-PL" smtClean="0"/>
              <a:t>5.06.2025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3D6F8521-C1D7-4999-9E70-23E106E47EC7}" type="slidenum">
              <a:rPr lang="pl-PL" smtClean="0"/>
              <a:t>‹#›</a:t>
            </a:fld>
            <a:endParaRPr lang="pl-PL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767910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C8A44F56-F089-4A43-8B0E-FDD56500960E}" type="datetimeFigureOut">
              <a:rPr lang="pl-PL" smtClean="0"/>
              <a:t>5.06.2025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3D6F8521-C1D7-4999-9E70-23E106E47EC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93787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44F56-F089-4A43-8B0E-FDD56500960E}" type="datetimeFigureOut">
              <a:rPr lang="pl-PL" smtClean="0"/>
              <a:t>5.06.2025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F8521-C1D7-4999-9E70-23E106E47EC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0736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44F56-F089-4A43-8B0E-FDD56500960E}" type="datetimeFigureOut">
              <a:rPr lang="pl-PL" smtClean="0"/>
              <a:t>5.06.2025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F8521-C1D7-4999-9E70-23E106E47EC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62110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8A44F56-F089-4A43-8B0E-FDD56500960E}" type="datetimeFigureOut">
              <a:rPr lang="pl-PL" smtClean="0"/>
              <a:t>5.06.2025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3D6F8521-C1D7-4999-9E70-23E106E47EC7}" type="slidenum">
              <a:rPr lang="pl-PL" smtClean="0"/>
              <a:t>‹#›</a:t>
            </a:fld>
            <a:endParaRPr lang="pl-PL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56848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B032BD2-7840-88BB-59B8-7AB4816714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Rag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6C46E16D-B2B7-0492-B97E-219964370F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0319" y="3878254"/>
            <a:ext cx="8045373" cy="742279"/>
          </a:xfrm>
        </p:spPr>
        <p:txBody>
          <a:bodyPr/>
          <a:lstStyle/>
          <a:p>
            <a:r>
              <a:rPr lang="pl-PL" dirty="0" err="1"/>
              <a:t>Retrieval</a:t>
            </a:r>
            <a:r>
              <a:rPr lang="pl-PL" dirty="0"/>
              <a:t> </a:t>
            </a:r>
            <a:r>
              <a:rPr lang="pl-PL" dirty="0" err="1"/>
              <a:t>augmented</a:t>
            </a:r>
            <a:r>
              <a:rPr lang="pl-PL" dirty="0"/>
              <a:t> </a:t>
            </a:r>
            <a:r>
              <a:rPr lang="pl-PL" dirty="0" err="1"/>
              <a:t>generation</a:t>
            </a:r>
            <a:endParaRPr lang="pl-PL" dirty="0"/>
          </a:p>
        </p:txBody>
      </p:sp>
      <p:sp>
        <p:nvSpPr>
          <p:cNvPr id="4" name="Podtytuł 2">
            <a:extLst>
              <a:ext uri="{FF2B5EF4-FFF2-40B4-BE49-F238E27FC236}">
                <a16:creationId xmlns:a16="http://schemas.microsoft.com/office/drawing/2014/main" id="{F5F56241-F619-F440-7DA1-59F96EBE8D20}"/>
              </a:ext>
            </a:extLst>
          </p:cNvPr>
          <p:cNvSpPr txBox="1">
            <a:spLocks/>
          </p:cNvSpPr>
          <p:nvPr/>
        </p:nvSpPr>
        <p:spPr>
          <a:xfrm>
            <a:off x="2367445" y="6131596"/>
            <a:ext cx="8045373" cy="74227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None/>
              <a:defRPr sz="2000" b="1" i="0" kern="1200" cap="all" spc="4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None/>
              <a:defRPr sz="16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/>
              <a:t>Kaja Wróblewska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810427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346A92-0737-268F-945A-A4DA3EB0B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15DEDD7-7B31-4EF1-B7C7-5AEE3208CC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1" y="0"/>
            <a:ext cx="1219199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8362C4F5-C612-57A0-40C8-C16D020E7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171" y="477462"/>
            <a:ext cx="5875694" cy="1744734"/>
          </a:xfrm>
        </p:spPr>
        <p:txBody>
          <a:bodyPr>
            <a:normAutofit/>
          </a:bodyPr>
          <a:lstStyle/>
          <a:p>
            <a:r>
              <a:rPr lang="pl-PL" sz="9600" dirty="0"/>
              <a:t>Dane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242CC7A-3D6E-47A4-B9D1-860978459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66174" y="0"/>
            <a:ext cx="5282519" cy="6858000"/>
          </a:xfrm>
          <a:custGeom>
            <a:avLst/>
            <a:gdLst>
              <a:gd name="connsiteX0" fmla="*/ 189795 w 5282519"/>
              <a:gd name="connsiteY0" fmla="*/ 0 h 6858000"/>
              <a:gd name="connsiteX1" fmla="*/ 5282519 w 5282519"/>
              <a:gd name="connsiteY1" fmla="*/ 0 h 6858000"/>
              <a:gd name="connsiteX2" fmla="*/ 5282519 w 5282519"/>
              <a:gd name="connsiteY2" fmla="*/ 6858000 h 6858000"/>
              <a:gd name="connsiteX3" fmla="*/ 189795 w 5282519"/>
              <a:gd name="connsiteY3" fmla="*/ 6858000 h 6858000"/>
              <a:gd name="connsiteX4" fmla="*/ 184756 w 5282519"/>
              <a:gd name="connsiteY4" fmla="*/ 6791325 h 6858000"/>
              <a:gd name="connsiteX5" fmla="*/ 176358 w 5282519"/>
              <a:gd name="connsiteY5" fmla="*/ 6735762 h 6858000"/>
              <a:gd name="connsiteX6" fmla="*/ 166281 w 5282519"/>
              <a:gd name="connsiteY6" fmla="*/ 6683375 h 6858000"/>
              <a:gd name="connsiteX7" fmla="*/ 149485 w 5282519"/>
              <a:gd name="connsiteY7" fmla="*/ 6640512 h 6858000"/>
              <a:gd name="connsiteX8" fmla="*/ 132689 w 5282519"/>
              <a:gd name="connsiteY8" fmla="*/ 6597650 h 6858000"/>
              <a:gd name="connsiteX9" fmla="*/ 112534 w 5282519"/>
              <a:gd name="connsiteY9" fmla="*/ 6561137 h 6858000"/>
              <a:gd name="connsiteX10" fmla="*/ 92379 w 5282519"/>
              <a:gd name="connsiteY10" fmla="*/ 6523037 h 6858000"/>
              <a:gd name="connsiteX11" fmla="*/ 73903 w 5282519"/>
              <a:gd name="connsiteY11" fmla="*/ 6488112 h 6858000"/>
              <a:gd name="connsiteX12" fmla="*/ 55427 w 5282519"/>
              <a:gd name="connsiteY12" fmla="*/ 6448425 h 6858000"/>
              <a:gd name="connsiteX13" fmla="*/ 38632 w 5282519"/>
              <a:gd name="connsiteY13" fmla="*/ 6407150 h 6858000"/>
              <a:gd name="connsiteX14" fmla="*/ 23515 w 5282519"/>
              <a:gd name="connsiteY14" fmla="*/ 6361112 h 6858000"/>
              <a:gd name="connsiteX15" fmla="*/ 11758 w 5282519"/>
              <a:gd name="connsiteY15" fmla="*/ 6311900 h 6858000"/>
              <a:gd name="connsiteX16" fmla="*/ 3359 w 5282519"/>
              <a:gd name="connsiteY16" fmla="*/ 6251575 h 6858000"/>
              <a:gd name="connsiteX17" fmla="*/ 0 w 5282519"/>
              <a:gd name="connsiteY17" fmla="*/ 6183312 h 6858000"/>
              <a:gd name="connsiteX18" fmla="*/ 3359 w 5282519"/>
              <a:gd name="connsiteY18" fmla="*/ 6113462 h 6858000"/>
              <a:gd name="connsiteX19" fmla="*/ 11758 w 5282519"/>
              <a:gd name="connsiteY19" fmla="*/ 6056312 h 6858000"/>
              <a:gd name="connsiteX20" fmla="*/ 23515 w 5282519"/>
              <a:gd name="connsiteY20" fmla="*/ 6003925 h 6858000"/>
              <a:gd name="connsiteX21" fmla="*/ 38632 w 5282519"/>
              <a:gd name="connsiteY21" fmla="*/ 5956300 h 6858000"/>
              <a:gd name="connsiteX22" fmla="*/ 55427 w 5282519"/>
              <a:gd name="connsiteY22" fmla="*/ 5915025 h 6858000"/>
              <a:gd name="connsiteX23" fmla="*/ 75583 w 5282519"/>
              <a:gd name="connsiteY23" fmla="*/ 5876925 h 6858000"/>
              <a:gd name="connsiteX24" fmla="*/ 95738 w 5282519"/>
              <a:gd name="connsiteY24" fmla="*/ 5840412 h 6858000"/>
              <a:gd name="connsiteX25" fmla="*/ 115893 w 5282519"/>
              <a:gd name="connsiteY25" fmla="*/ 5802312 h 6858000"/>
              <a:gd name="connsiteX26" fmla="*/ 134368 w 5282519"/>
              <a:gd name="connsiteY26" fmla="*/ 5762625 h 6858000"/>
              <a:gd name="connsiteX27" fmla="*/ 152844 w 5282519"/>
              <a:gd name="connsiteY27" fmla="*/ 5721350 h 6858000"/>
              <a:gd name="connsiteX28" fmla="*/ 167960 w 5282519"/>
              <a:gd name="connsiteY28" fmla="*/ 5675312 h 6858000"/>
              <a:gd name="connsiteX29" fmla="*/ 178038 w 5282519"/>
              <a:gd name="connsiteY29" fmla="*/ 5622925 h 6858000"/>
              <a:gd name="connsiteX30" fmla="*/ 188115 w 5282519"/>
              <a:gd name="connsiteY30" fmla="*/ 5562600 h 6858000"/>
              <a:gd name="connsiteX31" fmla="*/ 189795 w 5282519"/>
              <a:gd name="connsiteY31" fmla="*/ 5494337 h 6858000"/>
              <a:gd name="connsiteX32" fmla="*/ 188115 w 5282519"/>
              <a:gd name="connsiteY32" fmla="*/ 5426075 h 6858000"/>
              <a:gd name="connsiteX33" fmla="*/ 178038 w 5282519"/>
              <a:gd name="connsiteY33" fmla="*/ 5365750 h 6858000"/>
              <a:gd name="connsiteX34" fmla="*/ 167960 w 5282519"/>
              <a:gd name="connsiteY34" fmla="*/ 5313362 h 6858000"/>
              <a:gd name="connsiteX35" fmla="*/ 152844 w 5282519"/>
              <a:gd name="connsiteY35" fmla="*/ 5268912 h 6858000"/>
              <a:gd name="connsiteX36" fmla="*/ 134368 w 5282519"/>
              <a:gd name="connsiteY36" fmla="*/ 5226050 h 6858000"/>
              <a:gd name="connsiteX37" fmla="*/ 115893 w 5282519"/>
              <a:gd name="connsiteY37" fmla="*/ 5186362 h 6858000"/>
              <a:gd name="connsiteX38" fmla="*/ 95738 w 5282519"/>
              <a:gd name="connsiteY38" fmla="*/ 5149850 h 6858000"/>
              <a:gd name="connsiteX39" fmla="*/ 75583 w 5282519"/>
              <a:gd name="connsiteY39" fmla="*/ 5114925 h 6858000"/>
              <a:gd name="connsiteX40" fmla="*/ 55427 w 5282519"/>
              <a:gd name="connsiteY40" fmla="*/ 5075237 h 6858000"/>
              <a:gd name="connsiteX41" fmla="*/ 38632 w 5282519"/>
              <a:gd name="connsiteY41" fmla="*/ 5033962 h 6858000"/>
              <a:gd name="connsiteX42" fmla="*/ 23515 w 5282519"/>
              <a:gd name="connsiteY42" fmla="*/ 4987925 h 6858000"/>
              <a:gd name="connsiteX43" fmla="*/ 11758 w 5282519"/>
              <a:gd name="connsiteY43" fmla="*/ 4935537 h 6858000"/>
              <a:gd name="connsiteX44" fmla="*/ 3359 w 5282519"/>
              <a:gd name="connsiteY44" fmla="*/ 4875212 h 6858000"/>
              <a:gd name="connsiteX45" fmla="*/ 0 w 5282519"/>
              <a:gd name="connsiteY45" fmla="*/ 4806950 h 6858000"/>
              <a:gd name="connsiteX46" fmla="*/ 3359 w 5282519"/>
              <a:gd name="connsiteY46" fmla="*/ 4738687 h 6858000"/>
              <a:gd name="connsiteX47" fmla="*/ 11758 w 5282519"/>
              <a:gd name="connsiteY47" fmla="*/ 4678362 h 6858000"/>
              <a:gd name="connsiteX48" fmla="*/ 23515 w 5282519"/>
              <a:gd name="connsiteY48" fmla="*/ 4625975 h 6858000"/>
              <a:gd name="connsiteX49" fmla="*/ 38632 w 5282519"/>
              <a:gd name="connsiteY49" fmla="*/ 4579937 h 6858000"/>
              <a:gd name="connsiteX50" fmla="*/ 55427 w 5282519"/>
              <a:gd name="connsiteY50" fmla="*/ 4537075 h 6858000"/>
              <a:gd name="connsiteX51" fmla="*/ 75583 w 5282519"/>
              <a:gd name="connsiteY51" fmla="*/ 4498975 h 6858000"/>
              <a:gd name="connsiteX52" fmla="*/ 115893 w 5282519"/>
              <a:gd name="connsiteY52" fmla="*/ 4424362 h 6858000"/>
              <a:gd name="connsiteX53" fmla="*/ 134368 w 5282519"/>
              <a:gd name="connsiteY53" fmla="*/ 4386262 h 6858000"/>
              <a:gd name="connsiteX54" fmla="*/ 152844 w 5282519"/>
              <a:gd name="connsiteY54" fmla="*/ 4343400 h 6858000"/>
              <a:gd name="connsiteX55" fmla="*/ 167960 w 5282519"/>
              <a:gd name="connsiteY55" fmla="*/ 4297362 h 6858000"/>
              <a:gd name="connsiteX56" fmla="*/ 178038 w 5282519"/>
              <a:gd name="connsiteY56" fmla="*/ 4244975 h 6858000"/>
              <a:gd name="connsiteX57" fmla="*/ 188115 w 5282519"/>
              <a:gd name="connsiteY57" fmla="*/ 4186237 h 6858000"/>
              <a:gd name="connsiteX58" fmla="*/ 189795 w 5282519"/>
              <a:gd name="connsiteY58" fmla="*/ 4116387 h 6858000"/>
              <a:gd name="connsiteX59" fmla="*/ 188115 w 5282519"/>
              <a:gd name="connsiteY59" fmla="*/ 4048125 h 6858000"/>
              <a:gd name="connsiteX60" fmla="*/ 178038 w 5282519"/>
              <a:gd name="connsiteY60" fmla="*/ 3987800 h 6858000"/>
              <a:gd name="connsiteX61" fmla="*/ 167960 w 5282519"/>
              <a:gd name="connsiteY61" fmla="*/ 3935412 h 6858000"/>
              <a:gd name="connsiteX62" fmla="*/ 152844 w 5282519"/>
              <a:gd name="connsiteY62" fmla="*/ 3890962 h 6858000"/>
              <a:gd name="connsiteX63" fmla="*/ 134368 w 5282519"/>
              <a:gd name="connsiteY63" fmla="*/ 3848100 h 6858000"/>
              <a:gd name="connsiteX64" fmla="*/ 115893 w 5282519"/>
              <a:gd name="connsiteY64" fmla="*/ 3811587 h 6858000"/>
              <a:gd name="connsiteX65" fmla="*/ 75583 w 5282519"/>
              <a:gd name="connsiteY65" fmla="*/ 3736975 h 6858000"/>
              <a:gd name="connsiteX66" fmla="*/ 55427 w 5282519"/>
              <a:gd name="connsiteY66" fmla="*/ 3697287 h 6858000"/>
              <a:gd name="connsiteX67" fmla="*/ 38632 w 5282519"/>
              <a:gd name="connsiteY67" fmla="*/ 3656012 h 6858000"/>
              <a:gd name="connsiteX68" fmla="*/ 23515 w 5282519"/>
              <a:gd name="connsiteY68" fmla="*/ 3609975 h 6858000"/>
              <a:gd name="connsiteX69" fmla="*/ 11758 w 5282519"/>
              <a:gd name="connsiteY69" fmla="*/ 3557587 h 6858000"/>
              <a:gd name="connsiteX70" fmla="*/ 3359 w 5282519"/>
              <a:gd name="connsiteY70" fmla="*/ 3497262 h 6858000"/>
              <a:gd name="connsiteX71" fmla="*/ 0 w 5282519"/>
              <a:gd name="connsiteY71" fmla="*/ 3427412 h 6858000"/>
              <a:gd name="connsiteX72" fmla="*/ 3359 w 5282519"/>
              <a:gd name="connsiteY72" fmla="*/ 3360737 h 6858000"/>
              <a:gd name="connsiteX73" fmla="*/ 11758 w 5282519"/>
              <a:gd name="connsiteY73" fmla="*/ 3300412 h 6858000"/>
              <a:gd name="connsiteX74" fmla="*/ 23515 w 5282519"/>
              <a:gd name="connsiteY74" fmla="*/ 3248025 h 6858000"/>
              <a:gd name="connsiteX75" fmla="*/ 38632 w 5282519"/>
              <a:gd name="connsiteY75" fmla="*/ 3201987 h 6858000"/>
              <a:gd name="connsiteX76" fmla="*/ 55427 w 5282519"/>
              <a:gd name="connsiteY76" fmla="*/ 3160712 h 6858000"/>
              <a:gd name="connsiteX77" fmla="*/ 75583 w 5282519"/>
              <a:gd name="connsiteY77" fmla="*/ 3121025 h 6858000"/>
              <a:gd name="connsiteX78" fmla="*/ 95738 w 5282519"/>
              <a:gd name="connsiteY78" fmla="*/ 3084512 h 6858000"/>
              <a:gd name="connsiteX79" fmla="*/ 115893 w 5282519"/>
              <a:gd name="connsiteY79" fmla="*/ 3046412 h 6858000"/>
              <a:gd name="connsiteX80" fmla="*/ 134368 w 5282519"/>
              <a:gd name="connsiteY80" fmla="*/ 3009900 h 6858000"/>
              <a:gd name="connsiteX81" fmla="*/ 152844 w 5282519"/>
              <a:gd name="connsiteY81" fmla="*/ 2967037 h 6858000"/>
              <a:gd name="connsiteX82" fmla="*/ 167960 w 5282519"/>
              <a:gd name="connsiteY82" fmla="*/ 2922587 h 6858000"/>
              <a:gd name="connsiteX83" fmla="*/ 178038 w 5282519"/>
              <a:gd name="connsiteY83" fmla="*/ 2868612 h 6858000"/>
              <a:gd name="connsiteX84" fmla="*/ 188115 w 5282519"/>
              <a:gd name="connsiteY84" fmla="*/ 2809875 h 6858000"/>
              <a:gd name="connsiteX85" fmla="*/ 189795 w 5282519"/>
              <a:gd name="connsiteY85" fmla="*/ 2741612 h 6858000"/>
              <a:gd name="connsiteX86" fmla="*/ 188115 w 5282519"/>
              <a:gd name="connsiteY86" fmla="*/ 2671762 h 6858000"/>
              <a:gd name="connsiteX87" fmla="*/ 178038 w 5282519"/>
              <a:gd name="connsiteY87" fmla="*/ 2613025 h 6858000"/>
              <a:gd name="connsiteX88" fmla="*/ 167960 w 5282519"/>
              <a:gd name="connsiteY88" fmla="*/ 2560637 h 6858000"/>
              <a:gd name="connsiteX89" fmla="*/ 152844 w 5282519"/>
              <a:gd name="connsiteY89" fmla="*/ 2513012 h 6858000"/>
              <a:gd name="connsiteX90" fmla="*/ 134368 w 5282519"/>
              <a:gd name="connsiteY90" fmla="*/ 2471737 h 6858000"/>
              <a:gd name="connsiteX91" fmla="*/ 115893 w 5282519"/>
              <a:gd name="connsiteY91" fmla="*/ 2433637 h 6858000"/>
              <a:gd name="connsiteX92" fmla="*/ 95738 w 5282519"/>
              <a:gd name="connsiteY92" fmla="*/ 2395537 h 6858000"/>
              <a:gd name="connsiteX93" fmla="*/ 75583 w 5282519"/>
              <a:gd name="connsiteY93" fmla="*/ 2359025 h 6858000"/>
              <a:gd name="connsiteX94" fmla="*/ 55427 w 5282519"/>
              <a:gd name="connsiteY94" fmla="*/ 2319337 h 6858000"/>
              <a:gd name="connsiteX95" fmla="*/ 38632 w 5282519"/>
              <a:gd name="connsiteY95" fmla="*/ 2278062 h 6858000"/>
              <a:gd name="connsiteX96" fmla="*/ 23515 w 5282519"/>
              <a:gd name="connsiteY96" fmla="*/ 2232025 h 6858000"/>
              <a:gd name="connsiteX97" fmla="*/ 11758 w 5282519"/>
              <a:gd name="connsiteY97" fmla="*/ 2179637 h 6858000"/>
              <a:gd name="connsiteX98" fmla="*/ 3359 w 5282519"/>
              <a:gd name="connsiteY98" fmla="*/ 2119312 h 6858000"/>
              <a:gd name="connsiteX99" fmla="*/ 0 w 5282519"/>
              <a:gd name="connsiteY99" fmla="*/ 2051050 h 6858000"/>
              <a:gd name="connsiteX100" fmla="*/ 3359 w 5282519"/>
              <a:gd name="connsiteY100" fmla="*/ 1982787 h 6858000"/>
              <a:gd name="connsiteX101" fmla="*/ 11758 w 5282519"/>
              <a:gd name="connsiteY101" fmla="*/ 1922462 h 6858000"/>
              <a:gd name="connsiteX102" fmla="*/ 23515 w 5282519"/>
              <a:gd name="connsiteY102" fmla="*/ 1870075 h 6858000"/>
              <a:gd name="connsiteX103" fmla="*/ 38632 w 5282519"/>
              <a:gd name="connsiteY103" fmla="*/ 1824037 h 6858000"/>
              <a:gd name="connsiteX104" fmla="*/ 55427 w 5282519"/>
              <a:gd name="connsiteY104" fmla="*/ 1782762 h 6858000"/>
              <a:gd name="connsiteX105" fmla="*/ 75583 w 5282519"/>
              <a:gd name="connsiteY105" fmla="*/ 1743075 h 6858000"/>
              <a:gd name="connsiteX106" fmla="*/ 95738 w 5282519"/>
              <a:gd name="connsiteY106" fmla="*/ 1708150 h 6858000"/>
              <a:gd name="connsiteX107" fmla="*/ 115893 w 5282519"/>
              <a:gd name="connsiteY107" fmla="*/ 1671637 h 6858000"/>
              <a:gd name="connsiteX108" fmla="*/ 134368 w 5282519"/>
              <a:gd name="connsiteY108" fmla="*/ 1631950 h 6858000"/>
              <a:gd name="connsiteX109" fmla="*/ 152844 w 5282519"/>
              <a:gd name="connsiteY109" fmla="*/ 1589087 h 6858000"/>
              <a:gd name="connsiteX110" fmla="*/ 167960 w 5282519"/>
              <a:gd name="connsiteY110" fmla="*/ 1544637 h 6858000"/>
              <a:gd name="connsiteX111" fmla="*/ 178038 w 5282519"/>
              <a:gd name="connsiteY111" fmla="*/ 1492250 h 6858000"/>
              <a:gd name="connsiteX112" fmla="*/ 188115 w 5282519"/>
              <a:gd name="connsiteY112" fmla="*/ 1431925 h 6858000"/>
              <a:gd name="connsiteX113" fmla="*/ 189795 w 5282519"/>
              <a:gd name="connsiteY113" fmla="*/ 1363662 h 6858000"/>
              <a:gd name="connsiteX114" fmla="*/ 188115 w 5282519"/>
              <a:gd name="connsiteY114" fmla="*/ 1295400 h 6858000"/>
              <a:gd name="connsiteX115" fmla="*/ 178038 w 5282519"/>
              <a:gd name="connsiteY115" fmla="*/ 1235075 h 6858000"/>
              <a:gd name="connsiteX116" fmla="*/ 167960 w 5282519"/>
              <a:gd name="connsiteY116" fmla="*/ 1182687 h 6858000"/>
              <a:gd name="connsiteX117" fmla="*/ 152844 w 5282519"/>
              <a:gd name="connsiteY117" fmla="*/ 1136650 h 6858000"/>
              <a:gd name="connsiteX118" fmla="*/ 134368 w 5282519"/>
              <a:gd name="connsiteY118" fmla="*/ 1095375 h 6858000"/>
              <a:gd name="connsiteX119" fmla="*/ 115893 w 5282519"/>
              <a:gd name="connsiteY119" fmla="*/ 1055687 h 6858000"/>
              <a:gd name="connsiteX120" fmla="*/ 95738 w 5282519"/>
              <a:gd name="connsiteY120" fmla="*/ 1017587 h 6858000"/>
              <a:gd name="connsiteX121" fmla="*/ 75583 w 5282519"/>
              <a:gd name="connsiteY121" fmla="*/ 981075 h 6858000"/>
              <a:gd name="connsiteX122" fmla="*/ 55427 w 5282519"/>
              <a:gd name="connsiteY122" fmla="*/ 942975 h 6858000"/>
              <a:gd name="connsiteX123" fmla="*/ 38632 w 5282519"/>
              <a:gd name="connsiteY123" fmla="*/ 901700 h 6858000"/>
              <a:gd name="connsiteX124" fmla="*/ 23515 w 5282519"/>
              <a:gd name="connsiteY124" fmla="*/ 854075 h 6858000"/>
              <a:gd name="connsiteX125" fmla="*/ 11758 w 5282519"/>
              <a:gd name="connsiteY125" fmla="*/ 801687 h 6858000"/>
              <a:gd name="connsiteX126" fmla="*/ 3359 w 5282519"/>
              <a:gd name="connsiteY126" fmla="*/ 744537 h 6858000"/>
              <a:gd name="connsiteX127" fmla="*/ 0 w 5282519"/>
              <a:gd name="connsiteY127" fmla="*/ 673100 h 6858000"/>
              <a:gd name="connsiteX128" fmla="*/ 3359 w 5282519"/>
              <a:gd name="connsiteY128" fmla="*/ 606425 h 6858000"/>
              <a:gd name="connsiteX129" fmla="*/ 11758 w 5282519"/>
              <a:gd name="connsiteY129" fmla="*/ 546100 h 6858000"/>
              <a:gd name="connsiteX130" fmla="*/ 23515 w 5282519"/>
              <a:gd name="connsiteY130" fmla="*/ 496887 h 6858000"/>
              <a:gd name="connsiteX131" fmla="*/ 38632 w 5282519"/>
              <a:gd name="connsiteY131" fmla="*/ 450850 h 6858000"/>
              <a:gd name="connsiteX132" fmla="*/ 55427 w 5282519"/>
              <a:gd name="connsiteY132" fmla="*/ 409575 h 6858000"/>
              <a:gd name="connsiteX133" fmla="*/ 73903 w 5282519"/>
              <a:gd name="connsiteY133" fmla="*/ 369887 h 6858000"/>
              <a:gd name="connsiteX134" fmla="*/ 92379 w 5282519"/>
              <a:gd name="connsiteY134" fmla="*/ 334962 h 6858000"/>
              <a:gd name="connsiteX135" fmla="*/ 112534 w 5282519"/>
              <a:gd name="connsiteY135" fmla="*/ 296862 h 6858000"/>
              <a:gd name="connsiteX136" fmla="*/ 132689 w 5282519"/>
              <a:gd name="connsiteY136" fmla="*/ 260350 h 6858000"/>
              <a:gd name="connsiteX137" fmla="*/ 149485 w 5282519"/>
              <a:gd name="connsiteY137" fmla="*/ 217487 h 6858000"/>
              <a:gd name="connsiteX138" fmla="*/ 166281 w 5282519"/>
              <a:gd name="connsiteY138" fmla="*/ 174625 h 6858000"/>
              <a:gd name="connsiteX139" fmla="*/ 176358 w 5282519"/>
              <a:gd name="connsiteY139" fmla="*/ 122237 h 6858000"/>
              <a:gd name="connsiteX140" fmla="*/ 184756 w 5282519"/>
              <a:gd name="connsiteY140" fmla="*/ 6667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</a:cxnLst>
            <a:rect l="l" t="t" r="r" b="b"/>
            <a:pathLst>
              <a:path w="5282519" h="6858000">
                <a:moveTo>
                  <a:pt x="189795" y="0"/>
                </a:moveTo>
                <a:lnTo>
                  <a:pt x="5282519" y="0"/>
                </a:lnTo>
                <a:lnTo>
                  <a:pt x="5282519" y="6858000"/>
                </a:lnTo>
                <a:lnTo>
                  <a:pt x="189795" y="6858000"/>
                </a:lnTo>
                <a:lnTo>
                  <a:pt x="184756" y="6791325"/>
                </a:lnTo>
                <a:lnTo>
                  <a:pt x="176358" y="6735762"/>
                </a:lnTo>
                <a:lnTo>
                  <a:pt x="166281" y="6683375"/>
                </a:lnTo>
                <a:lnTo>
                  <a:pt x="149485" y="6640512"/>
                </a:lnTo>
                <a:lnTo>
                  <a:pt x="132689" y="6597650"/>
                </a:lnTo>
                <a:lnTo>
                  <a:pt x="112534" y="6561137"/>
                </a:lnTo>
                <a:lnTo>
                  <a:pt x="92379" y="6523037"/>
                </a:lnTo>
                <a:lnTo>
                  <a:pt x="73903" y="6488112"/>
                </a:lnTo>
                <a:lnTo>
                  <a:pt x="55427" y="6448425"/>
                </a:lnTo>
                <a:lnTo>
                  <a:pt x="38632" y="6407150"/>
                </a:lnTo>
                <a:lnTo>
                  <a:pt x="23515" y="6361112"/>
                </a:lnTo>
                <a:lnTo>
                  <a:pt x="11758" y="6311900"/>
                </a:lnTo>
                <a:lnTo>
                  <a:pt x="3359" y="6251575"/>
                </a:lnTo>
                <a:lnTo>
                  <a:pt x="0" y="6183312"/>
                </a:lnTo>
                <a:lnTo>
                  <a:pt x="3359" y="6113462"/>
                </a:lnTo>
                <a:lnTo>
                  <a:pt x="11758" y="6056312"/>
                </a:lnTo>
                <a:lnTo>
                  <a:pt x="23515" y="6003925"/>
                </a:lnTo>
                <a:lnTo>
                  <a:pt x="38632" y="5956300"/>
                </a:lnTo>
                <a:lnTo>
                  <a:pt x="55427" y="5915025"/>
                </a:lnTo>
                <a:lnTo>
                  <a:pt x="75583" y="5876925"/>
                </a:lnTo>
                <a:lnTo>
                  <a:pt x="95738" y="5840412"/>
                </a:lnTo>
                <a:lnTo>
                  <a:pt x="115893" y="5802312"/>
                </a:lnTo>
                <a:lnTo>
                  <a:pt x="134368" y="5762625"/>
                </a:lnTo>
                <a:lnTo>
                  <a:pt x="152844" y="5721350"/>
                </a:lnTo>
                <a:lnTo>
                  <a:pt x="167960" y="5675312"/>
                </a:lnTo>
                <a:lnTo>
                  <a:pt x="178038" y="5622925"/>
                </a:lnTo>
                <a:lnTo>
                  <a:pt x="188115" y="5562600"/>
                </a:lnTo>
                <a:lnTo>
                  <a:pt x="189795" y="5494337"/>
                </a:lnTo>
                <a:lnTo>
                  <a:pt x="188115" y="5426075"/>
                </a:lnTo>
                <a:lnTo>
                  <a:pt x="178038" y="5365750"/>
                </a:lnTo>
                <a:lnTo>
                  <a:pt x="167960" y="5313362"/>
                </a:lnTo>
                <a:lnTo>
                  <a:pt x="152844" y="5268912"/>
                </a:lnTo>
                <a:lnTo>
                  <a:pt x="134368" y="5226050"/>
                </a:lnTo>
                <a:lnTo>
                  <a:pt x="115893" y="5186362"/>
                </a:lnTo>
                <a:lnTo>
                  <a:pt x="95738" y="5149850"/>
                </a:lnTo>
                <a:lnTo>
                  <a:pt x="75583" y="5114925"/>
                </a:lnTo>
                <a:lnTo>
                  <a:pt x="55427" y="5075237"/>
                </a:lnTo>
                <a:lnTo>
                  <a:pt x="38632" y="5033962"/>
                </a:lnTo>
                <a:lnTo>
                  <a:pt x="23515" y="4987925"/>
                </a:lnTo>
                <a:lnTo>
                  <a:pt x="11758" y="4935537"/>
                </a:lnTo>
                <a:lnTo>
                  <a:pt x="3359" y="4875212"/>
                </a:lnTo>
                <a:lnTo>
                  <a:pt x="0" y="4806950"/>
                </a:lnTo>
                <a:lnTo>
                  <a:pt x="3359" y="4738687"/>
                </a:lnTo>
                <a:lnTo>
                  <a:pt x="11758" y="4678362"/>
                </a:lnTo>
                <a:lnTo>
                  <a:pt x="23515" y="4625975"/>
                </a:lnTo>
                <a:lnTo>
                  <a:pt x="38632" y="4579937"/>
                </a:lnTo>
                <a:lnTo>
                  <a:pt x="55427" y="4537075"/>
                </a:lnTo>
                <a:lnTo>
                  <a:pt x="75583" y="4498975"/>
                </a:lnTo>
                <a:lnTo>
                  <a:pt x="115893" y="4424362"/>
                </a:lnTo>
                <a:lnTo>
                  <a:pt x="134368" y="4386262"/>
                </a:lnTo>
                <a:lnTo>
                  <a:pt x="152844" y="4343400"/>
                </a:lnTo>
                <a:lnTo>
                  <a:pt x="167960" y="4297362"/>
                </a:lnTo>
                <a:lnTo>
                  <a:pt x="178038" y="4244975"/>
                </a:lnTo>
                <a:lnTo>
                  <a:pt x="188115" y="4186237"/>
                </a:lnTo>
                <a:lnTo>
                  <a:pt x="189795" y="4116387"/>
                </a:lnTo>
                <a:lnTo>
                  <a:pt x="188115" y="4048125"/>
                </a:lnTo>
                <a:lnTo>
                  <a:pt x="178038" y="3987800"/>
                </a:lnTo>
                <a:lnTo>
                  <a:pt x="167960" y="3935412"/>
                </a:lnTo>
                <a:lnTo>
                  <a:pt x="152844" y="3890962"/>
                </a:lnTo>
                <a:lnTo>
                  <a:pt x="134368" y="3848100"/>
                </a:lnTo>
                <a:lnTo>
                  <a:pt x="115893" y="3811587"/>
                </a:lnTo>
                <a:lnTo>
                  <a:pt x="75583" y="3736975"/>
                </a:lnTo>
                <a:lnTo>
                  <a:pt x="55427" y="3697287"/>
                </a:lnTo>
                <a:lnTo>
                  <a:pt x="38632" y="3656012"/>
                </a:lnTo>
                <a:lnTo>
                  <a:pt x="23515" y="3609975"/>
                </a:lnTo>
                <a:lnTo>
                  <a:pt x="11758" y="3557587"/>
                </a:lnTo>
                <a:lnTo>
                  <a:pt x="3359" y="3497262"/>
                </a:lnTo>
                <a:lnTo>
                  <a:pt x="0" y="3427412"/>
                </a:lnTo>
                <a:lnTo>
                  <a:pt x="3359" y="3360737"/>
                </a:lnTo>
                <a:lnTo>
                  <a:pt x="11758" y="3300412"/>
                </a:lnTo>
                <a:lnTo>
                  <a:pt x="23515" y="3248025"/>
                </a:lnTo>
                <a:lnTo>
                  <a:pt x="38632" y="3201987"/>
                </a:lnTo>
                <a:lnTo>
                  <a:pt x="55427" y="3160712"/>
                </a:lnTo>
                <a:lnTo>
                  <a:pt x="75583" y="3121025"/>
                </a:lnTo>
                <a:lnTo>
                  <a:pt x="95738" y="3084512"/>
                </a:lnTo>
                <a:lnTo>
                  <a:pt x="115893" y="3046412"/>
                </a:lnTo>
                <a:lnTo>
                  <a:pt x="134368" y="3009900"/>
                </a:lnTo>
                <a:lnTo>
                  <a:pt x="152844" y="2967037"/>
                </a:lnTo>
                <a:lnTo>
                  <a:pt x="167960" y="2922587"/>
                </a:lnTo>
                <a:lnTo>
                  <a:pt x="178038" y="2868612"/>
                </a:lnTo>
                <a:lnTo>
                  <a:pt x="188115" y="2809875"/>
                </a:lnTo>
                <a:lnTo>
                  <a:pt x="189795" y="2741612"/>
                </a:lnTo>
                <a:lnTo>
                  <a:pt x="188115" y="2671762"/>
                </a:lnTo>
                <a:lnTo>
                  <a:pt x="178038" y="2613025"/>
                </a:lnTo>
                <a:lnTo>
                  <a:pt x="167960" y="2560637"/>
                </a:lnTo>
                <a:lnTo>
                  <a:pt x="152844" y="2513012"/>
                </a:lnTo>
                <a:lnTo>
                  <a:pt x="134368" y="2471737"/>
                </a:lnTo>
                <a:lnTo>
                  <a:pt x="115893" y="2433637"/>
                </a:lnTo>
                <a:lnTo>
                  <a:pt x="95738" y="2395537"/>
                </a:lnTo>
                <a:lnTo>
                  <a:pt x="75583" y="2359025"/>
                </a:lnTo>
                <a:lnTo>
                  <a:pt x="55427" y="2319337"/>
                </a:lnTo>
                <a:lnTo>
                  <a:pt x="38632" y="2278062"/>
                </a:lnTo>
                <a:lnTo>
                  <a:pt x="23515" y="2232025"/>
                </a:lnTo>
                <a:lnTo>
                  <a:pt x="11758" y="2179637"/>
                </a:lnTo>
                <a:lnTo>
                  <a:pt x="3359" y="2119312"/>
                </a:lnTo>
                <a:lnTo>
                  <a:pt x="0" y="2051050"/>
                </a:lnTo>
                <a:lnTo>
                  <a:pt x="3359" y="1982787"/>
                </a:lnTo>
                <a:lnTo>
                  <a:pt x="11758" y="1922462"/>
                </a:lnTo>
                <a:lnTo>
                  <a:pt x="23515" y="1870075"/>
                </a:lnTo>
                <a:lnTo>
                  <a:pt x="38632" y="1824037"/>
                </a:lnTo>
                <a:lnTo>
                  <a:pt x="55427" y="1782762"/>
                </a:lnTo>
                <a:lnTo>
                  <a:pt x="75583" y="1743075"/>
                </a:lnTo>
                <a:lnTo>
                  <a:pt x="95738" y="1708150"/>
                </a:lnTo>
                <a:lnTo>
                  <a:pt x="115893" y="1671637"/>
                </a:lnTo>
                <a:lnTo>
                  <a:pt x="134368" y="1631950"/>
                </a:lnTo>
                <a:lnTo>
                  <a:pt x="152844" y="1589087"/>
                </a:lnTo>
                <a:lnTo>
                  <a:pt x="167960" y="1544637"/>
                </a:lnTo>
                <a:lnTo>
                  <a:pt x="178038" y="1492250"/>
                </a:lnTo>
                <a:lnTo>
                  <a:pt x="188115" y="1431925"/>
                </a:lnTo>
                <a:lnTo>
                  <a:pt x="189795" y="1363662"/>
                </a:lnTo>
                <a:lnTo>
                  <a:pt x="188115" y="1295400"/>
                </a:lnTo>
                <a:lnTo>
                  <a:pt x="178038" y="1235075"/>
                </a:lnTo>
                <a:lnTo>
                  <a:pt x="167960" y="1182687"/>
                </a:lnTo>
                <a:lnTo>
                  <a:pt x="152844" y="1136650"/>
                </a:lnTo>
                <a:lnTo>
                  <a:pt x="134368" y="1095375"/>
                </a:lnTo>
                <a:lnTo>
                  <a:pt x="115893" y="1055687"/>
                </a:lnTo>
                <a:lnTo>
                  <a:pt x="95738" y="1017587"/>
                </a:lnTo>
                <a:lnTo>
                  <a:pt x="75583" y="981075"/>
                </a:lnTo>
                <a:lnTo>
                  <a:pt x="55427" y="942975"/>
                </a:lnTo>
                <a:lnTo>
                  <a:pt x="38632" y="901700"/>
                </a:lnTo>
                <a:lnTo>
                  <a:pt x="23515" y="854075"/>
                </a:lnTo>
                <a:lnTo>
                  <a:pt x="11758" y="801687"/>
                </a:lnTo>
                <a:lnTo>
                  <a:pt x="3359" y="744537"/>
                </a:lnTo>
                <a:lnTo>
                  <a:pt x="0" y="673100"/>
                </a:lnTo>
                <a:lnTo>
                  <a:pt x="3359" y="606425"/>
                </a:lnTo>
                <a:lnTo>
                  <a:pt x="11758" y="546100"/>
                </a:lnTo>
                <a:lnTo>
                  <a:pt x="23515" y="496887"/>
                </a:lnTo>
                <a:lnTo>
                  <a:pt x="38632" y="450850"/>
                </a:lnTo>
                <a:lnTo>
                  <a:pt x="55427" y="409575"/>
                </a:lnTo>
                <a:lnTo>
                  <a:pt x="73903" y="369887"/>
                </a:lnTo>
                <a:lnTo>
                  <a:pt x="92379" y="334962"/>
                </a:lnTo>
                <a:lnTo>
                  <a:pt x="112534" y="296862"/>
                </a:lnTo>
                <a:lnTo>
                  <a:pt x="132689" y="260350"/>
                </a:lnTo>
                <a:lnTo>
                  <a:pt x="149485" y="217487"/>
                </a:lnTo>
                <a:lnTo>
                  <a:pt x="166281" y="174625"/>
                </a:lnTo>
                <a:lnTo>
                  <a:pt x="176358" y="122237"/>
                </a:lnTo>
                <a:lnTo>
                  <a:pt x="184756" y="66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Kolorowa tekstura tkaniny">
            <a:extLst>
              <a:ext uri="{FF2B5EF4-FFF2-40B4-BE49-F238E27FC236}">
                <a16:creationId xmlns:a16="http://schemas.microsoft.com/office/drawing/2014/main" id="{B45ECB9D-0D91-DE5D-6AB7-A7E790BEC1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562" r="23022" b="-1"/>
          <a:stretch>
            <a:fillRect/>
          </a:stretch>
        </p:blipFill>
        <p:spPr>
          <a:xfrm>
            <a:off x="6909481" y="10"/>
            <a:ext cx="5282519" cy="6857990"/>
          </a:xfrm>
          <a:custGeom>
            <a:avLst/>
            <a:gdLst/>
            <a:ahLst/>
            <a:cxnLst/>
            <a:rect l="l" t="t" r="r" b="b"/>
            <a:pathLst>
              <a:path w="5282519" h="6858000">
                <a:moveTo>
                  <a:pt x="189795" y="0"/>
                </a:moveTo>
                <a:lnTo>
                  <a:pt x="5282519" y="0"/>
                </a:lnTo>
                <a:lnTo>
                  <a:pt x="5282519" y="6858000"/>
                </a:lnTo>
                <a:lnTo>
                  <a:pt x="189795" y="6858000"/>
                </a:lnTo>
                <a:lnTo>
                  <a:pt x="184756" y="6791325"/>
                </a:lnTo>
                <a:lnTo>
                  <a:pt x="176358" y="6735762"/>
                </a:lnTo>
                <a:lnTo>
                  <a:pt x="166281" y="6683375"/>
                </a:lnTo>
                <a:lnTo>
                  <a:pt x="149485" y="6640512"/>
                </a:lnTo>
                <a:lnTo>
                  <a:pt x="132689" y="6597650"/>
                </a:lnTo>
                <a:lnTo>
                  <a:pt x="112534" y="6561137"/>
                </a:lnTo>
                <a:lnTo>
                  <a:pt x="92379" y="6523037"/>
                </a:lnTo>
                <a:lnTo>
                  <a:pt x="73903" y="6488112"/>
                </a:lnTo>
                <a:lnTo>
                  <a:pt x="55427" y="6448425"/>
                </a:lnTo>
                <a:lnTo>
                  <a:pt x="38632" y="6407150"/>
                </a:lnTo>
                <a:lnTo>
                  <a:pt x="23515" y="6361112"/>
                </a:lnTo>
                <a:lnTo>
                  <a:pt x="11758" y="6311900"/>
                </a:lnTo>
                <a:lnTo>
                  <a:pt x="3359" y="6251575"/>
                </a:lnTo>
                <a:lnTo>
                  <a:pt x="0" y="6183312"/>
                </a:lnTo>
                <a:lnTo>
                  <a:pt x="3359" y="6113462"/>
                </a:lnTo>
                <a:lnTo>
                  <a:pt x="11758" y="6056312"/>
                </a:lnTo>
                <a:lnTo>
                  <a:pt x="23515" y="6003925"/>
                </a:lnTo>
                <a:lnTo>
                  <a:pt x="38632" y="5956300"/>
                </a:lnTo>
                <a:lnTo>
                  <a:pt x="55427" y="5915025"/>
                </a:lnTo>
                <a:lnTo>
                  <a:pt x="75583" y="5876925"/>
                </a:lnTo>
                <a:lnTo>
                  <a:pt x="95738" y="5840412"/>
                </a:lnTo>
                <a:lnTo>
                  <a:pt x="115893" y="5802312"/>
                </a:lnTo>
                <a:lnTo>
                  <a:pt x="134368" y="5762625"/>
                </a:lnTo>
                <a:lnTo>
                  <a:pt x="152844" y="5721350"/>
                </a:lnTo>
                <a:lnTo>
                  <a:pt x="167960" y="5675312"/>
                </a:lnTo>
                <a:lnTo>
                  <a:pt x="178038" y="5622925"/>
                </a:lnTo>
                <a:lnTo>
                  <a:pt x="188115" y="5562600"/>
                </a:lnTo>
                <a:lnTo>
                  <a:pt x="189795" y="5494337"/>
                </a:lnTo>
                <a:lnTo>
                  <a:pt x="188115" y="5426075"/>
                </a:lnTo>
                <a:lnTo>
                  <a:pt x="178038" y="5365750"/>
                </a:lnTo>
                <a:lnTo>
                  <a:pt x="167960" y="5313362"/>
                </a:lnTo>
                <a:lnTo>
                  <a:pt x="152844" y="5268912"/>
                </a:lnTo>
                <a:lnTo>
                  <a:pt x="134368" y="5226050"/>
                </a:lnTo>
                <a:lnTo>
                  <a:pt x="115893" y="5186362"/>
                </a:lnTo>
                <a:lnTo>
                  <a:pt x="95738" y="5149850"/>
                </a:lnTo>
                <a:lnTo>
                  <a:pt x="75583" y="5114925"/>
                </a:lnTo>
                <a:lnTo>
                  <a:pt x="55427" y="5075237"/>
                </a:lnTo>
                <a:lnTo>
                  <a:pt x="38632" y="5033962"/>
                </a:lnTo>
                <a:lnTo>
                  <a:pt x="23515" y="4987925"/>
                </a:lnTo>
                <a:lnTo>
                  <a:pt x="11758" y="4935537"/>
                </a:lnTo>
                <a:lnTo>
                  <a:pt x="3359" y="4875212"/>
                </a:lnTo>
                <a:lnTo>
                  <a:pt x="0" y="4806950"/>
                </a:lnTo>
                <a:lnTo>
                  <a:pt x="3359" y="4738687"/>
                </a:lnTo>
                <a:lnTo>
                  <a:pt x="11758" y="4678362"/>
                </a:lnTo>
                <a:lnTo>
                  <a:pt x="23515" y="4625975"/>
                </a:lnTo>
                <a:lnTo>
                  <a:pt x="38632" y="4579937"/>
                </a:lnTo>
                <a:lnTo>
                  <a:pt x="55427" y="4537075"/>
                </a:lnTo>
                <a:lnTo>
                  <a:pt x="75583" y="4498975"/>
                </a:lnTo>
                <a:lnTo>
                  <a:pt x="115893" y="4424362"/>
                </a:lnTo>
                <a:lnTo>
                  <a:pt x="134368" y="4386262"/>
                </a:lnTo>
                <a:lnTo>
                  <a:pt x="152844" y="4343400"/>
                </a:lnTo>
                <a:lnTo>
                  <a:pt x="167960" y="4297362"/>
                </a:lnTo>
                <a:lnTo>
                  <a:pt x="178038" y="4244975"/>
                </a:lnTo>
                <a:lnTo>
                  <a:pt x="188115" y="4186237"/>
                </a:lnTo>
                <a:lnTo>
                  <a:pt x="189795" y="4116387"/>
                </a:lnTo>
                <a:lnTo>
                  <a:pt x="188115" y="4048125"/>
                </a:lnTo>
                <a:lnTo>
                  <a:pt x="178038" y="3987800"/>
                </a:lnTo>
                <a:lnTo>
                  <a:pt x="167960" y="3935412"/>
                </a:lnTo>
                <a:lnTo>
                  <a:pt x="152844" y="3890962"/>
                </a:lnTo>
                <a:lnTo>
                  <a:pt x="134368" y="3848100"/>
                </a:lnTo>
                <a:lnTo>
                  <a:pt x="115893" y="3811587"/>
                </a:lnTo>
                <a:lnTo>
                  <a:pt x="75583" y="3736975"/>
                </a:lnTo>
                <a:lnTo>
                  <a:pt x="55427" y="3697287"/>
                </a:lnTo>
                <a:lnTo>
                  <a:pt x="38632" y="3656012"/>
                </a:lnTo>
                <a:lnTo>
                  <a:pt x="23515" y="3609975"/>
                </a:lnTo>
                <a:lnTo>
                  <a:pt x="11758" y="3557587"/>
                </a:lnTo>
                <a:lnTo>
                  <a:pt x="3359" y="3497262"/>
                </a:lnTo>
                <a:lnTo>
                  <a:pt x="0" y="3427412"/>
                </a:lnTo>
                <a:lnTo>
                  <a:pt x="3359" y="3360737"/>
                </a:lnTo>
                <a:lnTo>
                  <a:pt x="11758" y="3300412"/>
                </a:lnTo>
                <a:lnTo>
                  <a:pt x="23515" y="3248025"/>
                </a:lnTo>
                <a:lnTo>
                  <a:pt x="38632" y="3201987"/>
                </a:lnTo>
                <a:lnTo>
                  <a:pt x="55427" y="3160712"/>
                </a:lnTo>
                <a:lnTo>
                  <a:pt x="75583" y="3121025"/>
                </a:lnTo>
                <a:lnTo>
                  <a:pt x="95738" y="3084512"/>
                </a:lnTo>
                <a:lnTo>
                  <a:pt x="115893" y="3046412"/>
                </a:lnTo>
                <a:lnTo>
                  <a:pt x="134368" y="3009900"/>
                </a:lnTo>
                <a:lnTo>
                  <a:pt x="152844" y="2967037"/>
                </a:lnTo>
                <a:lnTo>
                  <a:pt x="167960" y="2922587"/>
                </a:lnTo>
                <a:lnTo>
                  <a:pt x="178038" y="2868612"/>
                </a:lnTo>
                <a:lnTo>
                  <a:pt x="188115" y="2809875"/>
                </a:lnTo>
                <a:lnTo>
                  <a:pt x="189795" y="2741612"/>
                </a:lnTo>
                <a:lnTo>
                  <a:pt x="188115" y="2671762"/>
                </a:lnTo>
                <a:lnTo>
                  <a:pt x="178038" y="2613025"/>
                </a:lnTo>
                <a:lnTo>
                  <a:pt x="167960" y="2560637"/>
                </a:lnTo>
                <a:lnTo>
                  <a:pt x="152844" y="2513012"/>
                </a:lnTo>
                <a:lnTo>
                  <a:pt x="134368" y="2471737"/>
                </a:lnTo>
                <a:lnTo>
                  <a:pt x="115893" y="2433637"/>
                </a:lnTo>
                <a:lnTo>
                  <a:pt x="95738" y="2395537"/>
                </a:lnTo>
                <a:lnTo>
                  <a:pt x="75583" y="2359025"/>
                </a:lnTo>
                <a:lnTo>
                  <a:pt x="55427" y="2319337"/>
                </a:lnTo>
                <a:lnTo>
                  <a:pt x="38632" y="2278062"/>
                </a:lnTo>
                <a:lnTo>
                  <a:pt x="23515" y="2232025"/>
                </a:lnTo>
                <a:lnTo>
                  <a:pt x="11758" y="2179637"/>
                </a:lnTo>
                <a:lnTo>
                  <a:pt x="3359" y="2119312"/>
                </a:lnTo>
                <a:lnTo>
                  <a:pt x="0" y="2051050"/>
                </a:lnTo>
                <a:lnTo>
                  <a:pt x="3359" y="1982787"/>
                </a:lnTo>
                <a:lnTo>
                  <a:pt x="11758" y="1922462"/>
                </a:lnTo>
                <a:lnTo>
                  <a:pt x="23515" y="1870075"/>
                </a:lnTo>
                <a:lnTo>
                  <a:pt x="38632" y="1824037"/>
                </a:lnTo>
                <a:lnTo>
                  <a:pt x="55427" y="1782762"/>
                </a:lnTo>
                <a:lnTo>
                  <a:pt x="75583" y="1743075"/>
                </a:lnTo>
                <a:lnTo>
                  <a:pt x="95738" y="1708150"/>
                </a:lnTo>
                <a:lnTo>
                  <a:pt x="115893" y="1671637"/>
                </a:lnTo>
                <a:lnTo>
                  <a:pt x="134368" y="1631950"/>
                </a:lnTo>
                <a:lnTo>
                  <a:pt x="152844" y="1589087"/>
                </a:lnTo>
                <a:lnTo>
                  <a:pt x="167960" y="1544637"/>
                </a:lnTo>
                <a:lnTo>
                  <a:pt x="178038" y="1492250"/>
                </a:lnTo>
                <a:lnTo>
                  <a:pt x="188115" y="1431925"/>
                </a:lnTo>
                <a:lnTo>
                  <a:pt x="189795" y="1363662"/>
                </a:lnTo>
                <a:lnTo>
                  <a:pt x="188115" y="1295400"/>
                </a:lnTo>
                <a:lnTo>
                  <a:pt x="178038" y="1235075"/>
                </a:lnTo>
                <a:lnTo>
                  <a:pt x="167960" y="1182687"/>
                </a:lnTo>
                <a:lnTo>
                  <a:pt x="152844" y="1136650"/>
                </a:lnTo>
                <a:lnTo>
                  <a:pt x="134368" y="1095375"/>
                </a:lnTo>
                <a:lnTo>
                  <a:pt x="115893" y="1055687"/>
                </a:lnTo>
                <a:lnTo>
                  <a:pt x="95738" y="1017587"/>
                </a:lnTo>
                <a:lnTo>
                  <a:pt x="75583" y="981075"/>
                </a:lnTo>
                <a:lnTo>
                  <a:pt x="55427" y="942975"/>
                </a:lnTo>
                <a:lnTo>
                  <a:pt x="38632" y="901700"/>
                </a:lnTo>
                <a:lnTo>
                  <a:pt x="23515" y="854075"/>
                </a:lnTo>
                <a:lnTo>
                  <a:pt x="11758" y="801687"/>
                </a:lnTo>
                <a:lnTo>
                  <a:pt x="3359" y="744537"/>
                </a:lnTo>
                <a:lnTo>
                  <a:pt x="0" y="673100"/>
                </a:lnTo>
                <a:lnTo>
                  <a:pt x="3359" y="606425"/>
                </a:lnTo>
                <a:lnTo>
                  <a:pt x="11758" y="546100"/>
                </a:lnTo>
                <a:lnTo>
                  <a:pt x="23515" y="496887"/>
                </a:lnTo>
                <a:lnTo>
                  <a:pt x="38632" y="450850"/>
                </a:lnTo>
                <a:lnTo>
                  <a:pt x="55427" y="409575"/>
                </a:lnTo>
                <a:lnTo>
                  <a:pt x="73903" y="369887"/>
                </a:lnTo>
                <a:lnTo>
                  <a:pt x="92379" y="334962"/>
                </a:lnTo>
                <a:lnTo>
                  <a:pt x="112534" y="296862"/>
                </a:lnTo>
                <a:lnTo>
                  <a:pt x="132689" y="260350"/>
                </a:lnTo>
                <a:lnTo>
                  <a:pt x="149485" y="217487"/>
                </a:lnTo>
                <a:lnTo>
                  <a:pt x="166281" y="174625"/>
                </a:lnTo>
                <a:lnTo>
                  <a:pt x="176358" y="122237"/>
                </a:lnTo>
                <a:lnTo>
                  <a:pt x="184756" y="66675"/>
                </a:lnTo>
                <a:close/>
              </a:path>
            </a:pathLst>
          </a:custGeo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F6E854EE-B983-5801-80F6-48443FD875C6}"/>
              </a:ext>
            </a:extLst>
          </p:cNvPr>
          <p:cNvSpPr txBox="1"/>
          <p:nvPr/>
        </p:nvSpPr>
        <p:spPr>
          <a:xfrm>
            <a:off x="670171" y="2222196"/>
            <a:ext cx="60960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l-PL" sz="3200" dirty="0"/>
              <a:t>Korpus Wikipedia </a:t>
            </a:r>
            <a:r>
              <a:rPr lang="pl-PL" sz="3200" dirty="0" err="1"/>
              <a:t>Dumps</a:t>
            </a:r>
            <a:endParaRPr lang="pl-PL" sz="3200" dirty="0"/>
          </a:p>
          <a:p>
            <a:pPr algn="l"/>
            <a:endParaRPr lang="pl-PL" sz="32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l-PL" sz="3200" dirty="0"/>
              <a:t>300 artkułów, 180 pytań</a:t>
            </a:r>
          </a:p>
          <a:p>
            <a:pPr algn="l"/>
            <a:endParaRPr lang="pl-PL" sz="32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l-PL" sz="3200" dirty="0"/>
              <a:t>Podział na 3 podzbiory artykułów </a:t>
            </a:r>
          </a:p>
          <a:p>
            <a:pPr marL="914400" lvl="1" indent="-457200">
              <a:buFontTx/>
              <a:buChar char="-"/>
            </a:pPr>
            <a:r>
              <a:rPr lang="pl-PL" sz="3200" dirty="0"/>
              <a:t>Krótkie</a:t>
            </a:r>
          </a:p>
          <a:p>
            <a:pPr marL="914400" lvl="1" indent="-457200">
              <a:buFontTx/>
              <a:buChar char="-"/>
            </a:pPr>
            <a:r>
              <a:rPr lang="pl-PL" sz="3200" dirty="0"/>
              <a:t>Średnie</a:t>
            </a:r>
          </a:p>
          <a:p>
            <a:pPr marL="914400" lvl="1" indent="-457200">
              <a:buFontTx/>
              <a:buChar char="-"/>
            </a:pPr>
            <a:r>
              <a:rPr lang="pl-PL" sz="3200" dirty="0"/>
              <a:t>Długie</a:t>
            </a:r>
          </a:p>
        </p:txBody>
      </p:sp>
    </p:spTree>
    <p:extLst>
      <p:ext uri="{BB962C8B-B14F-4D97-AF65-F5344CB8AC3E}">
        <p14:creationId xmlns:p14="http://schemas.microsoft.com/office/powerpoint/2010/main" val="2123293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0A7D14-7B67-4022-A8BE-1CCD4A0F1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B8922E8A-B1F9-0D64-5293-DC8B5617B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</p:spPr>
        <p:txBody>
          <a:bodyPr anchor="ctr">
            <a:normAutofit/>
          </a:bodyPr>
          <a:lstStyle/>
          <a:p>
            <a:r>
              <a:rPr lang="pl-PL" dirty="0"/>
              <a:t>Model 1</a:t>
            </a:r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AB09A9E8-BF27-4613-A775-071F08208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pl-P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AFE299-6F79-44AF-9A77-2DC2DC1F8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D4089BA7-1EE8-D6AD-A64C-D2E9D29114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1463412"/>
              </p:ext>
            </p:extLst>
          </p:nvPr>
        </p:nvGraphicFramePr>
        <p:xfrm>
          <a:off x="1250950" y="2286000"/>
          <a:ext cx="10179050" cy="3594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78568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0A7D14-7B67-4022-A8BE-1CCD4A0F1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444B9C2C-2CFE-0F9F-F60D-D04B3D518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</p:spPr>
        <p:txBody>
          <a:bodyPr anchor="ctr">
            <a:normAutofit/>
          </a:bodyPr>
          <a:lstStyle/>
          <a:p>
            <a:r>
              <a:rPr lang="pl-PL" dirty="0"/>
              <a:t>Model 1</a:t>
            </a:r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AB09A9E8-BF27-4613-A775-071F08208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pl-P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AFE299-6F79-44AF-9A77-2DC2DC1F8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25BC1DA1-BD58-4F77-6E4F-79A9AF41BB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306922"/>
              </p:ext>
            </p:extLst>
          </p:nvPr>
        </p:nvGraphicFramePr>
        <p:xfrm>
          <a:off x="1250950" y="2286000"/>
          <a:ext cx="10179050" cy="3594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68257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6F0F283-C8B6-4598-89C9-C404C98A5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473B0C0-761B-443F-97A0-9D6E01FBB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-1" y="-2"/>
            <a:ext cx="6300250" cy="6858002"/>
          </a:xfrm>
          <a:custGeom>
            <a:avLst/>
            <a:gdLst>
              <a:gd name="connsiteX0" fmla="*/ 0 w 6300250"/>
              <a:gd name="connsiteY0" fmla="*/ 0 h 6858002"/>
              <a:gd name="connsiteX1" fmla="*/ 3149600 w 6300250"/>
              <a:gd name="connsiteY1" fmla="*/ 0 h 6858002"/>
              <a:gd name="connsiteX2" fmla="*/ 3149600 w 6300250"/>
              <a:gd name="connsiteY2" fmla="*/ 2 h 6858002"/>
              <a:gd name="connsiteX3" fmla="*/ 6110455 w 6300250"/>
              <a:gd name="connsiteY3" fmla="*/ 2 h 6858002"/>
              <a:gd name="connsiteX4" fmla="*/ 6115495 w 6300250"/>
              <a:gd name="connsiteY4" fmla="*/ 66677 h 6858002"/>
              <a:gd name="connsiteX5" fmla="*/ 6123892 w 6300250"/>
              <a:gd name="connsiteY5" fmla="*/ 122239 h 6858002"/>
              <a:gd name="connsiteX6" fmla="*/ 6133970 w 6300250"/>
              <a:gd name="connsiteY6" fmla="*/ 174627 h 6858002"/>
              <a:gd name="connsiteX7" fmla="*/ 6150766 w 6300250"/>
              <a:gd name="connsiteY7" fmla="*/ 217489 h 6858002"/>
              <a:gd name="connsiteX8" fmla="*/ 6167562 w 6300250"/>
              <a:gd name="connsiteY8" fmla="*/ 260352 h 6858002"/>
              <a:gd name="connsiteX9" fmla="*/ 6187717 w 6300250"/>
              <a:gd name="connsiteY9" fmla="*/ 296864 h 6858002"/>
              <a:gd name="connsiteX10" fmla="*/ 6207872 w 6300250"/>
              <a:gd name="connsiteY10" fmla="*/ 334964 h 6858002"/>
              <a:gd name="connsiteX11" fmla="*/ 6226348 w 6300250"/>
              <a:gd name="connsiteY11" fmla="*/ 369889 h 6858002"/>
              <a:gd name="connsiteX12" fmla="*/ 6244823 w 6300250"/>
              <a:gd name="connsiteY12" fmla="*/ 409577 h 6858002"/>
              <a:gd name="connsiteX13" fmla="*/ 6261619 w 6300250"/>
              <a:gd name="connsiteY13" fmla="*/ 450852 h 6858002"/>
              <a:gd name="connsiteX14" fmla="*/ 6276736 w 6300250"/>
              <a:gd name="connsiteY14" fmla="*/ 496889 h 6858002"/>
              <a:gd name="connsiteX15" fmla="*/ 6288493 w 6300250"/>
              <a:gd name="connsiteY15" fmla="*/ 546102 h 6858002"/>
              <a:gd name="connsiteX16" fmla="*/ 6296891 w 6300250"/>
              <a:gd name="connsiteY16" fmla="*/ 606427 h 6858002"/>
              <a:gd name="connsiteX17" fmla="*/ 6300250 w 6300250"/>
              <a:gd name="connsiteY17" fmla="*/ 673102 h 6858002"/>
              <a:gd name="connsiteX18" fmla="*/ 6296891 w 6300250"/>
              <a:gd name="connsiteY18" fmla="*/ 744539 h 6858002"/>
              <a:gd name="connsiteX19" fmla="*/ 6288493 w 6300250"/>
              <a:gd name="connsiteY19" fmla="*/ 801689 h 6858002"/>
              <a:gd name="connsiteX20" fmla="*/ 6276736 w 6300250"/>
              <a:gd name="connsiteY20" fmla="*/ 854077 h 6858002"/>
              <a:gd name="connsiteX21" fmla="*/ 6261619 w 6300250"/>
              <a:gd name="connsiteY21" fmla="*/ 901702 h 6858002"/>
              <a:gd name="connsiteX22" fmla="*/ 6244823 w 6300250"/>
              <a:gd name="connsiteY22" fmla="*/ 942977 h 6858002"/>
              <a:gd name="connsiteX23" fmla="*/ 6224668 w 6300250"/>
              <a:gd name="connsiteY23" fmla="*/ 981077 h 6858002"/>
              <a:gd name="connsiteX24" fmla="*/ 6204513 w 6300250"/>
              <a:gd name="connsiteY24" fmla="*/ 1017589 h 6858002"/>
              <a:gd name="connsiteX25" fmla="*/ 6184358 w 6300250"/>
              <a:gd name="connsiteY25" fmla="*/ 1055689 h 6858002"/>
              <a:gd name="connsiteX26" fmla="*/ 6165882 w 6300250"/>
              <a:gd name="connsiteY26" fmla="*/ 1095377 h 6858002"/>
              <a:gd name="connsiteX27" fmla="*/ 6147406 w 6300250"/>
              <a:gd name="connsiteY27" fmla="*/ 1136652 h 6858002"/>
              <a:gd name="connsiteX28" fmla="*/ 6132291 w 6300250"/>
              <a:gd name="connsiteY28" fmla="*/ 1182689 h 6858002"/>
              <a:gd name="connsiteX29" fmla="*/ 6122213 w 6300250"/>
              <a:gd name="connsiteY29" fmla="*/ 1235077 h 6858002"/>
              <a:gd name="connsiteX30" fmla="*/ 6112135 w 6300250"/>
              <a:gd name="connsiteY30" fmla="*/ 1295402 h 6858002"/>
              <a:gd name="connsiteX31" fmla="*/ 6110455 w 6300250"/>
              <a:gd name="connsiteY31" fmla="*/ 1363664 h 6858002"/>
              <a:gd name="connsiteX32" fmla="*/ 6112135 w 6300250"/>
              <a:gd name="connsiteY32" fmla="*/ 1431927 h 6858002"/>
              <a:gd name="connsiteX33" fmla="*/ 6122213 w 6300250"/>
              <a:gd name="connsiteY33" fmla="*/ 1492252 h 6858002"/>
              <a:gd name="connsiteX34" fmla="*/ 6132291 w 6300250"/>
              <a:gd name="connsiteY34" fmla="*/ 1544639 h 6858002"/>
              <a:gd name="connsiteX35" fmla="*/ 6147406 w 6300250"/>
              <a:gd name="connsiteY35" fmla="*/ 1589089 h 6858002"/>
              <a:gd name="connsiteX36" fmla="*/ 6165882 w 6300250"/>
              <a:gd name="connsiteY36" fmla="*/ 1631952 h 6858002"/>
              <a:gd name="connsiteX37" fmla="*/ 6184358 w 6300250"/>
              <a:gd name="connsiteY37" fmla="*/ 1671639 h 6858002"/>
              <a:gd name="connsiteX38" fmla="*/ 6204513 w 6300250"/>
              <a:gd name="connsiteY38" fmla="*/ 1708152 h 6858002"/>
              <a:gd name="connsiteX39" fmla="*/ 6224668 w 6300250"/>
              <a:gd name="connsiteY39" fmla="*/ 1743077 h 6858002"/>
              <a:gd name="connsiteX40" fmla="*/ 6244823 w 6300250"/>
              <a:gd name="connsiteY40" fmla="*/ 1782764 h 6858002"/>
              <a:gd name="connsiteX41" fmla="*/ 6261619 w 6300250"/>
              <a:gd name="connsiteY41" fmla="*/ 1824039 h 6858002"/>
              <a:gd name="connsiteX42" fmla="*/ 6276736 w 6300250"/>
              <a:gd name="connsiteY42" fmla="*/ 1870077 h 6858002"/>
              <a:gd name="connsiteX43" fmla="*/ 6288493 w 6300250"/>
              <a:gd name="connsiteY43" fmla="*/ 1922464 h 6858002"/>
              <a:gd name="connsiteX44" fmla="*/ 6296891 w 6300250"/>
              <a:gd name="connsiteY44" fmla="*/ 1982789 h 6858002"/>
              <a:gd name="connsiteX45" fmla="*/ 6300250 w 6300250"/>
              <a:gd name="connsiteY45" fmla="*/ 2051052 h 6858002"/>
              <a:gd name="connsiteX46" fmla="*/ 6296891 w 6300250"/>
              <a:gd name="connsiteY46" fmla="*/ 2119314 h 6858002"/>
              <a:gd name="connsiteX47" fmla="*/ 6288493 w 6300250"/>
              <a:gd name="connsiteY47" fmla="*/ 2179639 h 6858002"/>
              <a:gd name="connsiteX48" fmla="*/ 6276736 w 6300250"/>
              <a:gd name="connsiteY48" fmla="*/ 2232027 h 6858002"/>
              <a:gd name="connsiteX49" fmla="*/ 6261619 w 6300250"/>
              <a:gd name="connsiteY49" fmla="*/ 2278064 h 6858002"/>
              <a:gd name="connsiteX50" fmla="*/ 6244823 w 6300250"/>
              <a:gd name="connsiteY50" fmla="*/ 2319339 h 6858002"/>
              <a:gd name="connsiteX51" fmla="*/ 6224668 w 6300250"/>
              <a:gd name="connsiteY51" fmla="*/ 2359027 h 6858002"/>
              <a:gd name="connsiteX52" fmla="*/ 6204513 w 6300250"/>
              <a:gd name="connsiteY52" fmla="*/ 2395539 h 6858002"/>
              <a:gd name="connsiteX53" fmla="*/ 6184358 w 6300250"/>
              <a:gd name="connsiteY53" fmla="*/ 2433639 h 6858002"/>
              <a:gd name="connsiteX54" fmla="*/ 6165882 w 6300250"/>
              <a:gd name="connsiteY54" fmla="*/ 2471739 h 6858002"/>
              <a:gd name="connsiteX55" fmla="*/ 6147406 w 6300250"/>
              <a:gd name="connsiteY55" fmla="*/ 2513014 h 6858002"/>
              <a:gd name="connsiteX56" fmla="*/ 6132291 w 6300250"/>
              <a:gd name="connsiteY56" fmla="*/ 2560639 h 6858002"/>
              <a:gd name="connsiteX57" fmla="*/ 6122213 w 6300250"/>
              <a:gd name="connsiteY57" fmla="*/ 2613027 h 6858002"/>
              <a:gd name="connsiteX58" fmla="*/ 6112135 w 6300250"/>
              <a:gd name="connsiteY58" fmla="*/ 2671764 h 6858002"/>
              <a:gd name="connsiteX59" fmla="*/ 6110455 w 6300250"/>
              <a:gd name="connsiteY59" fmla="*/ 2741614 h 6858002"/>
              <a:gd name="connsiteX60" fmla="*/ 6112135 w 6300250"/>
              <a:gd name="connsiteY60" fmla="*/ 2809877 h 6858002"/>
              <a:gd name="connsiteX61" fmla="*/ 6122213 w 6300250"/>
              <a:gd name="connsiteY61" fmla="*/ 2868614 h 6858002"/>
              <a:gd name="connsiteX62" fmla="*/ 6132291 w 6300250"/>
              <a:gd name="connsiteY62" fmla="*/ 2922589 h 6858002"/>
              <a:gd name="connsiteX63" fmla="*/ 6147406 w 6300250"/>
              <a:gd name="connsiteY63" fmla="*/ 2967039 h 6858002"/>
              <a:gd name="connsiteX64" fmla="*/ 6165882 w 6300250"/>
              <a:gd name="connsiteY64" fmla="*/ 3009902 h 6858002"/>
              <a:gd name="connsiteX65" fmla="*/ 6184358 w 6300250"/>
              <a:gd name="connsiteY65" fmla="*/ 3046414 h 6858002"/>
              <a:gd name="connsiteX66" fmla="*/ 6204513 w 6300250"/>
              <a:gd name="connsiteY66" fmla="*/ 3084514 h 6858002"/>
              <a:gd name="connsiteX67" fmla="*/ 6224668 w 6300250"/>
              <a:gd name="connsiteY67" fmla="*/ 3121027 h 6858002"/>
              <a:gd name="connsiteX68" fmla="*/ 6244823 w 6300250"/>
              <a:gd name="connsiteY68" fmla="*/ 3160714 h 6858002"/>
              <a:gd name="connsiteX69" fmla="*/ 6261619 w 6300250"/>
              <a:gd name="connsiteY69" fmla="*/ 3201989 h 6858002"/>
              <a:gd name="connsiteX70" fmla="*/ 6276736 w 6300250"/>
              <a:gd name="connsiteY70" fmla="*/ 3248027 h 6858002"/>
              <a:gd name="connsiteX71" fmla="*/ 6288493 w 6300250"/>
              <a:gd name="connsiteY71" fmla="*/ 3300414 h 6858002"/>
              <a:gd name="connsiteX72" fmla="*/ 6296891 w 6300250"/>
              <a:gd name="connsiteY72" fmla="*/ 3360739 h 6858002"/>
              <a:gd name="connsiteX73" fmla="*/ 6300250 w 6300250"/>
              <a:gd name="connsiteY73" fmla="*/ 3427414 h 6858002"/>
              <a:gd name="connsiteX74" fmla="*/ 6296891 w 6300250"/>
              <a:gd name="connsiteY74" fmla="*/ 3497264 h 6858002"/>
              <a:gd name="connsiteX75" fmla="*/ 6288493 w 6300250"/>
              <a:gd name="connsiteY75" fmla="*/ 3557589 h 6858002"/>
              <a:gd name="connsiteX76" fmla="*/ 6276736 w 6300250"/>
              <a:gd name="connsiteY76" fmla="*/ 3609977 h 6858002"/>
              <a:gd name="connsiteX77" fmla="*/ 6261619 w 6300250"/>
              <a:gd name="connsiteY77" fmla="*/ 3656014 h 6858002"/>
              <a:gd name="connsiteX78" fmla="*/ 6244823 w 6300250"/>
              <a:gd name="connsiteY78" fmla="*/ 3697289 h 6858002"/>
              <a:gd name="connsiteX79" fmla="*/ 6224668 w 6300250"/>
              <a:gd name="connsiteY79" fmla="*/ 3736977 h 6858002"/>
              <a:gd name="connsiteX80" fmla="*/ 6184358 w 6300250"/>
              <a:gd name="connsiteY80" fmla="*/ 3811589 h 6858002"/>
              <a:gd name="connsiteX81" fmla="*/ 6165882 w 6300250"/>
              <a:gd name="connsiteY81" fmla="*/ 3848102 h 6858002"/>
              <a:gd name="connsiteX82" fmla="*/ 6147406 w 6300250"/>
              <a:gd name="connsiteY82" fmla="*/ 3890964 h 6858002"/>
              <a:gd name="connsiteX83" fmla="*/ 6132291 w 6300250"/>
              <a:gd name="connsiteY83" fmla="*/ 3935414 h 6858002"/>
              <a:gd name="connsiteX84" fmla="*/ 6122213 w 6300250"/>
              <a:gd name="connsiteY84" fmla="*/ 3987802 h 6858002"/>
              <a:gd name="connsiteX85" fmla="*/ 6112135 w 6300250"/>
              <a:gd name="connsiteY85" fmla="*/ 4048127 h 6858002"/>
              <a:gd name="connsiteX86" fmla="*/ 6110455 w 6300250"/>
              <a:gd name="connsiteY86" fmla="*/ 4116389 h 6858002"/>
              <a:gd name="connsiteX87" fmla="*/ 6112135 w 6300250"/>
              <a:gd name="connsiteY87" fmla="*/ 4186239 h 6858002"/>
              <a:gd name="connsiteX88" fmla="*/ 6122213 w 6300250"/>
              <a:gd name="connsiteY88" fmla="*/ 4244977 h 6858002"/>
              <a:gd name="connsiteX89" fmla="*/ 6132291 w 6300250"/>
              <a:gd name="connsiteY89" fmla="*/ 4297364 h 6858002"/>
              <a:gd name="connsiteX90" fmla="*/ 6147406 w 6300250"/>
              <a:gd name="connsiteY90" fmla="*/ 4343402 h 6858002"/>
              <a:gd name="connsiteX91" fmla="*/ 6165882 w 6300250"/>
              <a:gd name="connsiteY91" fmla="*/ 4386264 h 6858002"/>
              <a:gd name="connsiteX92" fmla="*/ 6184358 w 6300250"/>
              <a:gd name="connsiteY92" fmla="*/ 4424364 h 6858002"/>
              <a:gd name="connsiteX93" fmla="*/ 6224668 w 6300250"/>
              <a:gd name="connsiteY93" fmla="*/ 4498977 h 6858002"/>
              <a:gd name="connsiteX94" fmla="*/ 6244823 w 6300250"/>
              <a:gd name="connsiteY94" fmla="*/ 4537077 h 6858002"/>
              <a:gd name="connsiteX95" fmla="*/ 6261619 w 6300250"/>
              <a:gd name="connsiteY95" fmla="*/ 4579939 h 6858002"/>
              <a:gd name="connsiteX96" fmla="*/ 6276736 w 6300250"/>
              <a:gd name="connsiteY96" fmla="*/ 4625977 h 6858002"/>
              <a:gd name="connsiteX97" fmla="*/ 6288493 w 6300250"/>
              <a:gd name="connsiteY97" fmla="*/ 4678364 h 6858002"/>
              <a:gd name="connsiteX98" fmla="*/ 6296891 w 6300250"/>
              <a:gd name="connsiteY98" fmla="*/ 4738689 h 6858002"/>
              <a:gd name="connsiteX99" fmla="*/ 6300250 w 6300250"/>
              <a:gd name="connsiteY99" fmla="*/ 4806952 h 6858002"/>
              <a:gd name="connsiteX100" fmla="*/ 6296891 w 6300250"/>
              <a:gd name="connsiteY100" fmla="*/ 4875214 h 6858002"/>
              <a:gd name="connsiteX101" fmla="*/ 6288493 w 6300250"/>
              <a:gd name="connsiteY101" fmla="*/ 4935539 h 6858002"/>
              <a:gd name="connsiteX102" fmla="*/ 6276736 w 6300250"/>
              <a:gd name="connsiteY102" fmla="*/ 4987927 h 6858002"/>
              <a:gd name="connsiteX103" fmla="*/ 6261619 w 6300250"/>
              <a:gd name="connsiteY103" fmla="*/ 5033964 h 6858002"/>
              <a:gd name="connsiteX104" fmla="*/ 6244823 w 6300250"/>
              <a:gd name="connsiteY104" fmla="*/ 5075239 h 6858002"/>
              <a:gd name="connsiteX105" fmla="*/ 6224668 w 6300250"/>
              <a:gd name="connsiteY105" fmla="*/ 5114927 h 6858002"/>
              <a:gd name="connsiteX106" fmla="*/ 6204513 w 6300250"/>
              <a:gd name="connsiteY106" fmla="*/ 5149852 h 6858002"/>
              <a:gd name="connsiteX107" fmla="*/ 6184358 w 6300250"/>
              <a:gd name="connsiteY107" fmla="*/ 5186364 h 6858002"/>
              <a:gd name="connsiteX108" fmla="*/ 6165882 w 6300250"/>
              <a:gd name="connsiteY108" fmla="*/ 5226052 h 6858002"/>
              <a:gd name="connsiteX109" fmla="*/ 6147406 w 6300250"/>
              <a:gd name="connsiteY109" fmla="*/ 5268914 h 6858002"/>
              <a:gd name="connsiteX110" fmla="*/ 6132291 w 6300250"/>
              <a:gd name="connsiteY110" fmla="*/ 5313364 h 6858002"/>
              <a:gd name="connsiteX111" fmla="*/ 6122213 w 6300250"/>
              <a:gd name="connsiteY111" fmla="*/ 5365752 h 6858002"/>
              <a:gd name="connsiteX112" fmla="*/ 6112135 w 6300250"/>
              <a:gd name="connsiteY112" fmla="*/ 5426077 h 6858002"/>
              <a:gd name="connsiteX113" fmla="*/ 6110455 w 6300250"/>
              <a:gd name="connsiteY113" fmla="*/ 5494339 h 6858002"/>
              <a:gd name="connsiteX114" fmla="*/ 6112135 w 6300250"/>
              <a:gd name="connsiteY114" fmla="*/ 5562602 h 6858002"/>
              <a:gd name="connsiteX115" fmla="*/ 6122213 w 6300250"/>
              <a:gd name="connsiteY115" fmla="*/ 5622927 h 6858002"/>
              <a:gd name="connsiteX116" fmla="*/ 6132291 w 6300250"/>
              <a:gd name="connsiteY116" fmla="*/ 5675314 h 6858002"/>
              <a:gd name="connsiteX117" fmla="*/ 6147406 w 6300250"/>
              <a:gd name="connsiteY117" fmla="*/ 5721352 h 6858002"/>
              <a:gd name="connsiteX118" fmla="*/ 6165882 w 6300250"/>
              <a:gd name="connsiteY118" fmla="*/ 5762627 h 6858002"/>
              <a:gd name="connsiteX119" fmla="*/ 6184358 w 6300250"/>
              <a:gd name="connsiteY119" fmla="*/ 5802314 h 6858002"/>
              <a:gd name="connsiteX120" fmla="*/ 6204513 w 6300250"/>
              <a:gd name="connsiteY120" fmla="*/ 5840414 h 6858002"/>
              <a:gd name="connsiteX121" fmla="*/ 6224668 w 6300250"/>
              <a:gd name="connsiteY121" fmla="*/ 5876927 h 6858002"/>
              <a:gd name="connsiteX122" fmla="*/ 6244823 w 6300250"/>
              <a:gd name="connsiteY122" fmla="*/ 5915027 h 6858002"/>
              <a:gd name="connsiteX123" fmla="*/ 6261619 w 6300250"/>
              <a:gd name="connsiteY123" fmla="*/ 5956302 h 6858002"/>
              <a:gd name="connsiteX124" fmla="*/ 6276736 w 6300250"/>
              <a:gd name="connsiteY124" fmla="*/ 6003927 h 6858002"/>
              <a:gd name="connsiteX125" fmla="*/ 6288493 w 6300250"/>
              <a:gd name="connsiteY125" fmla="*/ 6056314 h 6858002"/>
              <a:gd name="connsiteX126" fmla="*/ 6296891 w 6300250"/>
              <a:gd name="connsiteY126" fmla="*/ 6113464 h 6858002"/>
              <a:gd name="connsiteX127" fmla="*/ 6300250 w 6300250"/>
              <a:gd name="connsiteY127" fmla="*/ 6183314 h 6858002"/>
              <a:gd name="connsiteX128" fmla="*/ 6296891 w 6300250"/>
              <a:gd name="connsiteY128" fmla="*/ 6251577 h 6858002"/>
              <a:gd name="connsiteX129" fmla="*/ 6288493 w 6300250"/>
              <a:gd name="connsiteY129" fmla="*/ 6311902 h 6858002"/>
              <a:gd name="connsiteX130" fmla="*/ 6276736 w 6300250"/>
              <a:gd name="connsiteY130" fmla="*/ 6361114 h 6858002"/>
              <a:gd name="connsiteX131" fmla="*/ 6261619 w 6300250"/>
              <a:gd name="connsiteY131" fmla="*/ 6407152 h 6858002"/>
              <a:gd name="connsiteX132" fmla="*/ 6244823 w 6300250"/>
              <a:gd name="connsiteY132" fmla="*/ 6448427 h 6858002"/>
              <a:gd name="connsiteX133" fmla="*/ 6226348 w 6300250"/>
              <a:gd name="connsiteY133" fmla="*/ 6488114 h 6858002"/>
              <a:gd name="connsiteX134" fmla="*/ 6207872 w 6300250"/>
              <a:gd name="connsiteY134" fmla="*/ 6523039 h 6858002"/>
              <a:gd name="connsiteX135" fmla="*/ 6187717 w 6300250"/>
              <a:gd name="connsiteY135" fmla="*/ 6561139 h 6858002"/>
              <a:gd name="connsiteX136" fmla="*/ 6167562 w 6300250"/>
              <a:gd name="connsiteY136" fmla="*/ 6597652 h 6858002"/>
              <a:gd name="connsiteX137" fmla="*/ 6150766 w 6300250"/>
              <a:gd name="connsiteY137" fmla="*/ 6640514 h 6858002"/>
              <a:gd name="connsiteX138" fmla="*/ 6133970 w 6300250"/>
              <a:gd name="connsiteY138" fmla="*/ 6683377 h 6858002"/>
              <a:gd name="connsiteX139" fmla="*/ 6123892 w 6300250"/>
              <a:gd name="connsiteY139" fmla="*/ 6735764 h 6858002"/>
              <a:gd name="connsiteX140" fmla="*/ 6115495 w 6300250"/>
              <a:gd name="connsiteY140" fmla="*/ 6791327 h 6858002"/>
              <a:gd name="connsiteX141" fmla="*/ 6110455 w 6300250"/>
              <a:gd name="connsiteY141" fmla="*/ 6858002 h 6858002"/>
              <a:gd name="connsiteX142" fmla="*/ 3149600 w 6300250"/>
              <a:gd name="connsiteY142" fmla="*/ 6858002 h 6858002"/>
              <a:gd name="connsiteX143" fmla="*/ 2707087 w 6300250"/>
              <a:gd name="connsiteY143" fmla="*/ 6858002 h 6858002"/>
              <a:gd name="connsiteX144" fmla="*/ 0 w 6300250"/>
              <a:gd name="connsiteY144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</a:cxnLst>
            <a:rect l="l" t="t" r="r" b="b"/>
            <a:pathLst>
              <a:path w="6300250" h="6858002">
                <a:moveTo>
                  <a:pt x="0" y="0"/>
                </a:moveTo>
                <a:lnTo>
                  <a:pt x="3149600" y="0"/>
                </a:lnTo>
                <a:lnTo>
                  <a:pt x="3149600" y="2"/>
                </a:lnTo>
                <a:lnTo>
                  <a:pt x="6110455" y="2"/>
                </a:lnTo>
                <a:lnTo>
                  <a:pt x="6115495" y="66677"/>
                </a:lnTo>
                <a:lnTo>
                  <a:pt x="6123892" y="122239"/>
                </a:lnTo>
                <a:lnTo>
                  <a:pt x="6133970" y="174627"/>
                </a:lnTo>
                <a:lnTo>
                  <a:pt x="6150766" y="217489"/>
                </a:lnTo>
                <a:lnTo>
                  <a:pt x="6167562" y="260352"/>
                </a:lnTo>
                <a:lnTo>
                  <a:pt x="6187717" y="296864"/>
                </a:lnTo>
                <a:lnTo>
                  <a:pt x="6207872" y="334964"/>
                </a:lnTo>
                <a:lnTo>
                  <a:pt x="6226348" y="369889"/>
                </a:lnTo>
                <a:lnTo>
                  <a:pt x="6244823" y="409577"/>
                </a:lnTo>
                <a:lnTo>
                  <a:pt x="6261619" y="450852"/>
                </a:lnTo>
                <a:lnTo>
                  <a:pt x="6276736" y="496889"/>
                </a:lnTo>
                <a:lnTo>
                  <a:pt x="6288493" y="546102"/>
                </a:lnTo>
                <a:lnTo>
                  <a:pt x="6296891" y="606427"/>
                </a:lnTo>
                <a:lnTo>
                  <a:pt x="6300250" y="673102"/>
                </a:lnTo>
                <a:lnTo>
                  <a:pt x="6296891" y="744539"/>
                </a:lnTo>
                <a:lnTo>
                  <a:pt x="6288493" y="801689"/>
                </a:lnTo>
                <a:lnTo>
                  <a:pt x="6276736" y="854077"/>
                </a:lnTo>
                <a:lnTo>
                  <a:pt x="6261619" y="901702"/>
                </a:lnTo>
                <a:lnTo>
                  <a:pt x="6244823" y="942977"/>
                </a:lnTo>
                <a:lnTo>
                  <a:pt x="6224668" y="981077"/>
                </a:lnTo>
                <a:lnTo>
                  <a:pt x="6204513" y="1017589"/>
                </a:lnTo>
                <a:lnTo>
                  <a:pt x="6184358" y="1055689"/>
                </a:lnTo>
                <a:lnTo>
                  <a:pt x="6165882" y="1095377"/>
                </a:lnTo>
                <a:lnTo>
                  <a:pt x="6147406" y="1136652"/>
                </a:lnTo>
                <a:lnTo>
                  <a:pt x="6132291" y="1182689"/>
                </a:lnTo>
                <a:lnTo>
                  <a:pt x="6122213" y="1235077"/>
                </a:lnTo>
                <a:lnTo>
                  <a:pt x="6112135" y="1295402"/>
                </a:lnTo>
                <a:lnTo>
                  <a:pt x="6110455" y="1363664"/>
                </a:lnTo>
                <a:lnTo>
                  <a:pt x="6112135" y="1431927"/>
                </a:lnTo>
                <a:lnTo>
                  <a:pt x="6122213" y="1492252"/>
                </a:lnTo>
                <a:lnTo>
                  <a:pt x="6132291" y="1544639"/>
                </a:lnTo>
                <a:lnTo>
                  <a:pt x="6147406" y="1589089"/>
                </a:lnTo>
                <a:lnTo>
                  <a:pt x="6165882" y="1631952"/>
                </a:lnTo>
                <a:lnTo>
                  <a:pt x="6184358" y="1671639"/>
                </a:lnTo>
                <a:lnTo>
                  <a:pt x="6204513" y="1708152"/>
                </a:lnTo>
                <a:lnTo>
                  <a:pt x="6224668" y="1743077"/>
                </a:lnTo>
                <a:lnTo>
                  <a:pt x="6244823" y="1782764"/>
                </a:lnTo>
                <a:lnTo>
                  <a:pt x="6261619" y="1824039"/>
                </a:lnTo>
                <a:lnTo>
                  <a:pt x="6276736" y="1870077"/>
                </a:lnTo>
                <a:lnTo>
                  <a:pt x="6288493" y="1922464"/>
                </a:lnTo>
                <a:lnTo>
                  <a:pt x="6296891" y="1982789"/>
                </a:lnTo>
                <a:lnTo>
                  <a:pt x="6300250" y="2051052"/>
                </a:lnTo>
                <a:lnTo>
                  <a:pt x="6296891" y="2119314"/>
                </a:lnTo>
                <a:lnTo>
                  <a:pt x="6288493" y="2179639"/>
                </a:lnTo>
                <a:lnTo>
                  <a:pt x="6276736" y="2232027"/>
                </a:lnTo>
                <a:lnTo>
                  <a:pt x="6261619" y="2278064"/>
                </a:lnTo>
                <a:lnTo>
                  <a:pt x="6244823" y="2319339"/>
                </a:lnTo>
                <a:lnTo>
                  <a:pt x="6224668" y="2359027"/>
                </a:lnTo>
                <a:lnTo>
                  <a:pt x="6204513" y="2395539"/>
                </a:lnTo>
                <a:lnTo>
                  <a:pt x="6184358" y="2433639"/>
                </a:lnTo>
                <a:lnTo>
                  <a:pt x="6165882" y="2471739"/>
                </a:lnTo>
                <a:lnTo>
                  <a:pt x="6147406" y="2513014"/>
                </a:lnTo>
                <a:lnTo>
                  <a:pt x="6132291" y="2560639"/>
                </a:lnTo>
                <a:lnTo>
                  <a:pt x="6122213" y="2613027"/>
                </a:lnTo>
                <a:lnTo>
                  <a:pt x="6112135" y="2671764"/>
                </a:lnTo>
                <a:lnTo>
                  <a:pt x="6110455" y="2741614"/>
                </a:lnTo>
                <a:lnTo>
                  <a:pt x="6112135" y="2809877"/>
                </a:lnTo>
                <a:lnTo>
                  <a:pt x="6122213" y="2868614"/>
                </a:lnTo>
                <a:lnTo>
                  <a:pt x="6132291" y="2922589"/>
                </a:lnTo>
                <a:lnTo>
                  <a:pt x="6147406" y="2967039"/>
                </a:lnTo>
                <a:lnTo>
                  <a:pt x="6165882" y="3009902"/>
                </a:lnTo>
                <a:lnTo>
                  <a:pt x="6184358" y="3046414"/>
                </a:lnTo>
                <a:lnTo>
                  <a:pt x="6204513" y="3084514"/>
                </a:lnTo>
                <a:lnTo>
                  <a:pt x="6224668" y="3121027"/>
                </a:lnTo>
                <a:lnTo>
                  <a:pt x="6244823" y="3160714"/>
                </a:lnTo>
                <a:lnTo>
                  <a:pt x="6261619" y="3201989"/>
                </a:lnTo>
                <a:lnTo>
                  <a:pt x="6276736" y="3248027"/>
                </a:lnTo>
                <a:lnTo>
                  <a:pt x="6288493" y="3300414"/>
                </a:lnTo>
                <a:lnTo>
                  <a:pt x="6296891" y="3360739"/>
                </a:lnTo>
                <a:lnTo>
                  <a:pt x="6300250" y="3427414"/>
                </a:lnTo>
                <a:lnTo>
                  <a:pt x="6296891" y="3497264"/>
                </a:lnTo>
                <a:lnTo>
                  <a:pt x="6288493" y="3557589"/>
                </a:lnTo>
                <a:lnTo>
                  <a:pt x="6276736" y="3609977"/>
                </a:lnTo>
                <a:lnTo>
                  <a:pt x="6261619" y="3656014"/>
                </a:lnTo>
                <a:lnTo>
                  <a:pt x="6244823" y="3697289"/>
                </a:lnTo>
                <a:lnTo>
                  <a:pt x="6224668" y="3736977"/>
                </a:lnTo>
                <a:lnTo>
                  <a:pt x="6184358" y="3811589"/>
                </a:lnTo>
                <a:lnTo>
                  <a:pt x="6165882" y="3848102"/>
                </a:lnTo>
                <a:lnTo>
                  <a:pt x="6147406" y="3890964"/>
                </a:lnTo>
                <a:lnTo>
                  <a:pt x="6132291" y="3935414"/>
                </a:lnTo>
                <a:lnTo>
                  <a:pt x="6122213" y="3987802"/>
                </a:lnTo>
                <a:lnTo>
                  <a:pt x="6112135" y="4048127"/>
                </a:lnTo>
                <a:lnTo>
                  <a:pt x="6110455" y="4116389"/>
                </a:lnTo>
                <a:lnTo>
                  <a:pt x="6112135" y="4186239"/>
                </a:lnTo>
                <a:lnTo>
                  <a:pt x="6122213" y="4244977"/>
                </a:lnTo>
                <a:lnTo>
                  <a:pt x="6132291" y="4297364"/>
                </a:lnTo>
                <a:lnTo>
                  <a:pt x="6147406" y="4343402"/>
                </a:lnTo>
                <a:lnTo>
                  <a:pt x="6165882" y="4386264"/>
                </a:lnTo>
                <a:lnTo>
                  <a:pt x="6184358" y="4424364"/>
                </a:lnTo>
                <a:lnTo>
                  <a:pt x="6224668" y="4498977"/>
                </a:lnTo>
                <a:lnTo>
                  <a:pt x="6244823" y="4537077"/>
                </a:lnTo>
                <a:lnTo>
                  <a:pt x="6261619" y="4579939"/>
                </a:lnTo>
                <a:lnTo>
                  <a:pt x="6276736" y="4625977"/>
                </a:lnTo>
                <a:lnTo>
                  <a:pt x="6288493" y="4678364"/>
                </a:lnTo>
                <a:lnTo>
                  <a:pt x="6296891" y="4738689"/>
                </a:lnTo>
                <a:lnTo>
                  <a:pt x="6300250" y="4806952"/>
                </a:lnTo>
                <a:lnTo>
                  <a:pt x="6296891" y="4875214"/>
                </a:lnTo>
                <a:lnTo>
                  <a:pt x="6288493" y="4935539"/>
                </a:lnTo>
                <a:lnTo>
                  <a:pt x="6276736" y="4987927"/>
                </a:lnTo>
                <a:lnTo>
                  <a:pt x="6261619" y="5033964"/>
                </a:lnTo>
                <a:lnTo>
                  <a:pt x="6244823" y="5075239"/>
                </a:lnTo>
                <a:lnTo>
                  <a:pt x="6224668" y="5114927"/>
                </a:lnTo>
                <a:lnTo>
                  <a:pt x="6204513" y="5149852"/>
                </a:lnTo>
                <a:lnTo>
                  <a:pt x="6184358" y="5186364"/>
                </a:lnTo>
                <a:lnTo>
                  <a:pt x="6165882" y="5226052"/>
                </a:lnTo>
                <a:lnTo>
                  <a:pt x="6147406" y="5268914"/>
                </a:lnTo>
                <a:lnTo>
                  <a:pt x="6132291" y="5313364"/>
                </a:lnTo>
                <a:lnTo>
                  <a:pt x="6122213" y="5365752"/>
                </a:lnTo>
                <a:lnTo>
                  <a:pt x="6112135" y="5426077"/>
                </a:lnTo>
                <a:lnTo>
                  <a:pt x="6110455" y="5494339"/>
                </a:lnTo>
                <a:lnTo>
                  <a:pt x="6112135" y="5562602"/>
                </a:lnTo>
                <a:lnTo>
                  <a:pt x="6122213" y="5622927"/>
                </a:lnTo>
                <a:lnTo>
                  <a:pt x="6132291" y="5675314"/>
                </a:lnTo>
                <a:lnTo>
                  <a:pt x="6147406" y="5721352"/>
                </a:lnTo>
                <a:lnTo>
                  <a:pt x="6165882" y="5762627"/>
                </a:lnTo>
                <a:lnTo>
                  <a:pt x="6184358" y="5802314"/>
                </a:lnTo>
                <a:lnTo>
                  <a:pt x="6204513" y="5840414"/>
                </a:lnTo>
                <a:lnTo>
                  <a:pt x="6224668" y="5876927"/>
                </a:lnTo>
                <a:lnTo>
                  <a:pt x="6244823" y="5915027"/>
                </a:lnTo>
                <a:lnTo>
                  <a:pt x="6261619" y="5956302"/>
                </a:lnTo>
                <a:lnTo>
                  <a:pt x="6276736" y="6003927"/>
                </a:lnTo>
                <a:lnTo>
                  <a:pt x="6288493" y="6056314"/>
                </a:lnTo>
                <a:lnTo>
                  <a:pt x="6296891" y="6113464"/>
                </a:lnTo>
                <a:lnTo>
                  <a:pt x="6300250" y="6183314"/>
                </a:lnTo>
                <a:lnTo>
                  <a:pt x="6296891" y="6251577"/>
                </a:lnTo>
                <a:lnTo>
                  <a:pt x="6288493" y="6311902"/>
                </a:lnTo>
                <a:lnTo>
                  <a:pt x="6276736" y="6361114"/>
                </a:lnTo>
                <a:lnTo>
                  <a:pt x="6261619" y="6407152"/>
                </a:lnTo>
                <a:lnTo>
                  <a:pt x="6244823" y="6448427"/>
                </a:lnTo>
                <a:lnTo>
                  <a:pt x="6226348" y="6488114"/>
                </a:lnTo>
                <a:lnTo>
                  <a:pt x="6207872" y="6523039"/>
                </a:lnTo>
                <a:lnTo>
                  <a:pt x="6187717" y="6561139"/>
                </a:lnTo>
                <a:lnTo>
                  <a:pt x="6167562" y="6597652"/>
                </a:lnTo>
                <a:lnTo>
                  <a:pt x="6150766" y="6640514"/>
                </a:lnTo>
                <a:lnTo>
                  <a:pt x="6133970" y="6683377"/>
                </a:lnTo>
                <a:lnTo>
                  <a:pt x="6123892" y="6735764"/>
                </a:lnTo>
                <a:lnTo>
                  <a:pt x="6115495" y="6791327"/>
                </a:lnTo>
                <a:lnTo>
                  <a:pt x="6110455" y="6858002"/>
                </a:lnTo>
                <a:lnTo>
                  <a:pt x="3149600" y="6858002"/>
                </a:lnTo>
                <a:lnTo>
                  <a:pt x="2707087" y="6858002"/>
                </a:lnTo>
                <a:lnTo>
                  <a:pt x="0" y="6858002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F47CB26-B729-56B8-1738-97F76B6A4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40" y="575111"/>
            <a:ext cx="4515598" cy="2004803"/>
          </a:xfrm>
        </p:spPr>
        <p:txBody>
          <a:bodyPr anchor="ctr">
            <a:normAutofit/>
          </a:bodyPr>
          <a:lstStyle/>
          <a:p>
            <a:r>
              <a:rPr lang="pl-PL" sz="4400" dirty="0">
                <a:solidFill>
                  <a:srgbClr val="2A1A00"/>
                </a:solidFill>
              </a:rPr>
              <a:t>Model 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B475C6-1445-41C7-9360-49FD7C1C1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DC17336-BF64-2C18-4353-C1BADBBCAB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8386" y="570583"/>
            <a:ext cx="4680729" cy="225517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l-PL" sz="2400" dirty="0" err="1">
                <a:solidFill>
                  <a:schemeClr val="tx1"/>
                </a:solidFill>
              </a:rPr>
              <a:t>HerBERT</a:t>
            </a:r>
            <a:r>
              <a:rPr lang="pl-PL" sz="2400" dirty="0">
                <a:solidFill>
                  <a:schemeClr val="tx1"/>
                </a:solidFill>
              </a:rPr>
              <a:t> +  </a:t>
            </a:r>
            <a:r>
              <a:rPr lang="pl-PL" sz="2400" dirty="0" err="1">
                <a:solidFill>
                  <a:schemeClr val="tx1"/>
                </a:solidFill>
              </a:rPr>
              <a:t>embedding</a:t>
            </a:r>
            <a:r>
              <a:rPr lang="pl-PL" sz="2400" dirty="0">
                <a:solidFill>
                  <a:schemeClr val="tx1"/>
                </a:solidFill>
              </a:rPr>
              <a:t> CLS (</a:t>
            </a:r>
            <a:r>
              <a:rPr lang="pl-PL" sz="2400" dirty="0" err="1">
                <a:solidFill>
                  <a:schemeClr val="tx1"/>
                </a:solidFill>
              </a:rPr>
              <a:t>embedding</a:t>
            </a:r>
            <a:r>
              <a:rPr lang="pl-PL" sz="2400" dirty="0">
                <a:solidFill>
                  <a:schemeClr val="tx1"/>
                </a:solidFill>
              </a:rPr>
              <a:t> całego zdania) </a:t>
            </a:r>
          </a:p>
        </p:txBody>
      </p:sp>
      <p:sp>
        <p:nvSpPr>
          <p:cNvPr id="6" name="Tytuł 1">
            <a:extLst>
              <a:ext uri="{FF2B5EF4-FFF2-40B4-BE49-F238E27FC236}">
                <a16:creationId xmlns:a16="http://schemas.microsoft.com/office/drawing/2014/main" id="{021ECB7A-7B7B-BB02-2B6E-CD71680547F3}"/>
              </a:ext>
            </a:extLst>
          </p:cNvPr>
          <p:cNvSpPr txBox="1">
            <a:spLocks/>
          </p:cNvSpPr>
          <p:nvPr/>
        </p:nvSpPr>
        <p:spPr>
          <a:xfrm>
            <a:off x="971540" y="3275685"/>
            <a:ext cx="4515598" cy="20048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4400" dirty="0">
                <a:solidFill>
                  <a:srgbClr val="2A1A00"/>
                </a:solidFill>
              </a:rPr>
              <a:t>Model 3</a:t>
            </a:r>
          </a:p>
        </p:txBody>
      </p:sp>
      <p:sp>
        <p:nvSpPr>
          <p:cNvPr id="7" name="Symbol zastępczy zawartości 2">
            <a:extLst>
              <a:ext uri="{FF2B5EF4-FFF2-40B4-BE49-F238E27FC236}">
                <a16:creationId xmlns:a16="http://schemas.microsoft.com/office/drawing/2014/main" id="{846BF80A-A523-91F3-58D3-3AD24994C863}"/>
              </a:ext>
            </a:extLst>
          </p:cNvPr>
          <p:cNvSpPr txBox="1">
            <a:spLocks/>
          </p:cNvSpPr>
          <p:nvPr/>
        </p:nvSpPr>
        <p:spPr>
          <a:xfrm>
            <a:off x="6738386" y="3428999"/>
            <a:ext cx="5235900" cy="2255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l-PL" sz="2400" dirty="0" err="1">
                <a:solidFill>
                  <a:schemeClr val="tx1"/>
                </a:solidFill>
              </a:rPr>
              <a:t>Sentence</a:t>
            </a:r>
            <a:r>
              <a:rPr lang="pl-PL" sz="2400" dirty="0">
                <a:solidFill>
                  <a:schemeClr val="tx1"/>
                </a:solidFill>
              </a:rPr>
              <a:t> BERT +  Fine-</a:t>
            </a:r>
            <a:r>
              <a:rPr lang="pl-PL" sz="2400" dirty="0" err="1">
                <a:solidFill>
                  <a:schemeClr val="tx1"/>
                </a:solidFill>
              </a:rPr>
              <a:t>tuning</a:t>
            </a:r>
            <a:endParaRPr lang="pl-PL" sz="2400" dirty="0">
              <a:solidFill>
                <a:schemeClr val="tx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pl-PL" sz="2400" dirty="0">
                <a:solidFill>
                  <a:schemeClr val="tx1"/>
                </a:solidFill>
              </a:rPr>
              <a:t>Nauka na 10% pytań</a:t>
            </a:r>
          </a:p>
        </p:txBody>
      </p:sp>
    </p:spTree>
    <p:extLst>
      <p:ext uri="{BB962C8B-B14F-4D97-AF65-F5344CB8AC3E}">
        <p14:creationId xmlns:p14="http://schemas.microsoft.com/office/powerpoint/2010/main" val="4262760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3B3D315-2706-4149-873C-331EDFAFE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DEC8AE7B-F6AE-3B22-8FC9-E4F200C37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949642"/>
            <a:ext cx="4882422" cy="1492132"/>
          </a:xfrm>
        </p:spPr>
        <p:txBody>
          <a:bodyPr>
            <a:normAutofit/>
          </a:bodyPr>
          <a:lstStyle/>
          <a:p>
            <a:r>
              <a:rPr lang="pl-PL" sz="4000"/>
              <a:t>Analiza – porównanie modeli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04E398-086D-467C-B390-9F9079FA7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396A93C-8286-3DC3-E05C-42D1FF3D7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6075" y="2441774"/>
            <a:ext cx="4964065" cy="3212592"/>
          </a:xfrm>
        </p:spPr>
        <p:txBody>
          <a:bodyPr>
            <a:normAutofit/>
          </a:bodyPr>
          <a:lstStyle/>
          <a:p>
            <a:r>
              <a:rPr lang="pl-PL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Dokładność na podstawie zbioru odpowiedzi</a:t>
            </a:r>
          </a:p>
          <a:p>
            <a:r>
              <a:rPr lang="pl-PL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Porównanie dokładności w stosunku do długości artykułu</a:t>
            </a:r>
          </a:p>
          <a:p>
            <a:r>
              <a:rPr lang="pl-PL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Porównanie dokładności pomiędzy modelami</a:t>
            </a:r>
          </a:p>
        </p:txBody>
      </p:sp>
      <p:sp>
        <p:nvSpPr>
          <p:cNvPr id="14" name="Freeform 6">
            <a:extLst>
              <a:ext uri="{FF2B5EF4-FFF2-40B4-BE49-F238E27FC236}">
                <a16:creationId xmlns:a16="http://schemas.microsoft.com/office/drawing/2014/main" id="{20E344BB-E23E-4198-B2C7-8E752C6A95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90140" y="61344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pl-PL"/>
          </a:p>
        </p:txBody>
      </p:sp>
      <p:pic>
        <p:nvPicPr>
          <p:cNvPr id="7" name="Graphic 6" descr="Statystyki">
            <a:extLst>
              <a:ext uri="{FF2B5EF4-FFF2-40B4-BE49-F238E27FC236}">
                <a16:creationId xmlns:a16="http://schemas.microsoft.com/office/drawing/2014/main" id="{87256317-053B-4BA4-29BE-DD5AB189A2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99261" y="1619392"/>
            <a:ext cx="3217333" cy="321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705937"/>
      </p:ext>
    </p:extLst>
  </p:cSld>
  <p:clrMapOvr>
    <a:masterClrMapping/>
  </p:clrMapOvr>
</p:sld>
</file>

<file path=ppt/theme/theme1.xml><?xml version="1.0" encoding="utf-8"?>
<a:theme xmlns:a="http://schemas.openxmlformats.org/drawingml/2006/main" name="Znaczek">
  <a:themeElements>
    <a:clrScheme name="Znaczek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Znaczek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Znaczek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TM10001106[[fn=Znaczek]]</Template>
  <TotalTime>595</TotalTime>
  <Words>139</Words>
  <Application>Microsoft Office PowerPoint</Application>
  <PresentationFormat>Panoramiczny</PresentationFormat>
  <Paragraphs>34</Paragraphs>
  <Slides>6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6</vt:i4>
      </vt:variant>
    </vt:vector>
  </HeadingPairs>
  <TitlesOfParts>
    <vt:vector size="10" baseType="lpstr">
      <vt:lpstr>Arial</vt:lpstr>
      <vt:lpstr>Gill Sans MT</vt:lpstr>
      <vt:lpstr>Impact</vt:lpstr>
      <vt:lpstr>Znaczek</vt:lpstr>
      <vt:lpstr>Rag</vt:lpstr>
      <vt:lpstr>Dane</vt:lpstr>
      <vt:lpstr>Model 1</vt:lpstr>
      <vt:lpstr>Model 1</vt:lpstr>
      <vt:lpstr>Model 2</vt:lpstr>
      <vt:lpstr>Analiza – porównanie modeli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Kaja Wróblewska</dc:creator>
  <cp:lastModifiedBy>Kaja Wróblewska</cp:lastModifiedBy>
  <cp:revision>1</cp:revision>
  <dcterms:created xsi:type="dcterms:W3CDTF">2025-06-04T09:20:22Z</dcterms:created>
  <dcterms:modified xsi:type="dcterms:W3CDTF">2025-06-05T07:57:33Z</dcterms:modified>
</cp:coreProperties>
</file>